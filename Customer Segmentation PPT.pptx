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75" r:id="rId5"/>
    <p:sldId id="259" r:id="rId6"/>
    <p:sldId id="260" r:id="rId7"/>
    <p:sldId id="261" r:id="rId8"/>
    <p:sldId id="262" r:id="rId9"/>
    <p:sldId id="263" r:id="rId10"/>
    <p:sldId id="264" r:id="rId11"/>
    <p:sldId id="265" r:id="rId12"/>
    <p:sldId id="266" r:id="rId13"/>
    <p:sldId id="267" r:id="rId14"/>
    <p:sldId id="268" r:id="rId15"/>
    <p:sldId id="269"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5EB28-F7BC-4AEE-A0E6-E2AA239184C6}" v="54" dt="2026-07-22T10:31:05.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a MUddada" userId="cd322978b1b763dd" providerId="LiveId" clId="{A7C060BF-D8B7-46CE-ABDE-E927D971B749}"/>
    <pc:docChg chg="undo custSel addSld delSld modSld">
      <pc:chgData name="Anusha MUddada" userId="cd322978b1b763dd" providerId="LiveId" clId="{A7C060BF-D8B7-46CE-ABDE-E927D971B749}" dt="2026-07-22T10:36:38.434" v="3282" actId="1076"/>
      <pc:docMkLst>
        <pc:docMk/>
      </pc:docMkLst>
      <pc:sldChg chg="addSp delSp modSp mod">
        <pc:chgData name="Anusha MUddada" userId="cd322978b1b763dd" providerId="LiveId" clId="{A7C060BF-D8B7-46CE-ABDE-E927D971B749}" dt="2026-07-21T18:31:20.397" v="3163" actId="255"/>
        <pc:sldMkLst>
          <pc:docMk/>
          <pc:sldMk cId="1701855587" sldId="256"/>
        </pc:sldMkLst>
        <pc:spChg chg="mod">
          <ac:chgData name="Anusha MUddada" userId="cd322978b1b763dd" providerId="LiveId" clId="{A7C060BF-D8B7-46CE-ABDE-E927D971B749}" dt="2026-07-21T17:22:08.909" v="1608" actId="20577"/>
          <ac:spMkLst>
            <pc:docMk/>
            <pc:sldMk cId="1701855587" sldId="256"/>
            <ac:spMk id="2" creationId="{F1080E88-2DBF-ABE4-B64F-9673F68DB8A5}"/>
          </ac:spMkLst>
        </pc:spChg>
        <pc:spChg chg="mod">
          <ac:chgData name="Anusha MUddada" userId="cd322978b1b763dd" providerId="LiveId" clId="{A7C060BF-D8B7-46CE-ABDE-E927D971B749}" dt="2026-07-21T18:31:02.539" v="3161" actId="2711"/>
          <ac:spMkLst>
            <pc:docMk/>
            <pc:sldMk cId="1701855587" sldId="256"/>
            <ac:spMk id="3" creationId="{584C4A10-A9FD-2ED8-9BD5-BDBE90F4BADA}"/>
          </ac:spMkLst>
        </pc:spChg>
        <pc:spChg chg="mod">
          <ac:chgData name="Anusha MUddada" userId="cd322978b1b763dd" providerId="LiveId" clId="{A7C060BF-D8B7-46CE-ABDE-E927D971B749}" dt="2026-07-21T18:31:20.397" v="3163" actId="255"/>
          <ac:spMkLst>
            <pc:docMk/>
            <pc:sldMk cId="1701855587" sldId="256"/>
            <ac:spMk id="5" creationId="{1B152DB6-BE42-DA52-D0D5-88461AA54A09}"/>
          </ac:spMkLst>
        </pc:spChg>
        <pc:spChg chg="mod">
          <ac:chgData name="Anusha MUddada" userId="cd322978b1b763dd" providerId="LiveId" clId="{A7C060BF-D8B7-46CE-ABDE-E927D971B749}" dt="2026-07-21T18:30:54.212" v="3158" actId="1076"/>
          <ac:spMkLst>
            <pc:docMk/>
            <pc:sldMk cId="1701855587" sldId="256"/>
            <ac:spMk id="6" creationId="{697DF650-8BD0-E428-6E19-C4967CF0BDBE}"/>
          </ac:spMkLst>
        </pc:spChg>
      </pc:sldChg>
      <pc:sldChg chg="modSp mod">
        <pc:chgData name="Anusha MUddada" userId="cd322978b1b763dd" providerId="LiveId" clId="{A7C060BF-D8B7-46CE-ABDE-E927D971B749}" dt="2026-07-21T17:27:37.850" v="2067" actId="1076"/>
        <pc:sldMkLst>
          <pc:docMk/>
          <pc:sldMk cId="1667207493" sldId="257"/>
        </pc:sldMkLst>
        <pc:spChg chg="mod">
          <ac:chgData name="Anusha MUddada" userId="cd322978b1b763dd" providerId="LiveId" clId="{A7C060BF-D8B7-46CE-ABDE-E927D971B749}" dt="2026-07-21T17:23:04.210" v="1636" actId="20577"/>
          <ac:spMkLst>
            <pc:docMk/>
            <pc:sldMk cId="1667207493" sldId="257"/>
            <ac:spMk id="2" creationId="{A2E1D217-266B-BB36-70B2-335134E084C2}"/>
          </ac:spMkLst>
        </pc:spChg>
        <pc:spChg chg="mod">
          <ac:chgData name="Anusha MUddada" userId="cd322978b1b763dd" providerId="LiveId" clId="{A7C060BF-D8B7-46CE-ABDE-E927D971B749}" dt="2026-07-21T17:23:57.870" v="2012" actId="14100"/>
          <ac:spMkLst>
            <pc:docMk/>
            <pc:sldMk cId="1667207493" sldId="257"/>
            <ac:spMk id="3" creationId="{8B90A735-A782-D7A4-4FEA-E2D4CE5B33CF}"/>
          </ac:spMkLst>
        </pc:spChg>
        <pc:spChg chg="mod">
          <ac:chgData name="Anusha MUddada" userId="cd322978b1b763dd" providerId="LiveId" clId="{A7C060BF-D8B7-46CE-ABDE-E927D971B749}" dt="2026-07-21T17:27:37.850" v="2067" actId="1076"/>
          <ac:spMkLst>
            <pc:docMk/>
            <pc:sldMk cId="1667207493" sldId="257"/>
            <ac:spMk id="5" creationId="{AFA753EE-C1A2-BCAA-24D3-36DFAFA13ACC}"/>
          </ac:spMkLst>
        </pc:spChg>
      </pc:sldChg>
      <pc:sldChg chg="modSp mod">
        <pc:chgData name="Anusha MUddada" userId="cd322978b1b763dd" providerId="LiveId" clId="{A7C060BF-D8B7-46CE-ABDE-E927D971B749}" dt="2026-07-21T17:35:02.824" v="2136" actId="1076"/>
        <pc:sldMkLst>
          <pc:docMk/>
          <pc:sldMk cId="3433426237" sldId="258"/>
        </pc:sldMkLst>
        <pc:spChg chg="mod">
          <ac:chgData name="Anusha MUddada" userId="cd322978b1b763dd" providerId="LiveId" clId="{A7C060BF-D8B7-46CE-ABDE-E927D971B749}" dt="2026-07-21T17:35:02.824" v="2136" actId="1076"/>
          <ac:spMkLst>
            <pc:docMk/>
            <pc:sldMk cId="3433426237" sldId="258"/>
            <ac:spMk id="3" creationId="{9B45758F-CE7E-AF04-2DEC-CF0DD70E23FF}"/>
          </ac:spMkLst>
        </pc:spChg>
      </pc:sldChg>
      <pc:sldChg chg="addSp delSp modSp mod">
        <pc:chgData name="Anusha MUddada" userId="cd322978b1b763dd" providerId="LiveId" clId="{A7C060BF-D8B7-46CE-ABDE-E927D971B749}" dt="2026-07-21T17:48:51.850" v="2376" actId="255"/>
        <pc:sldMkLst>
          <pc:docMk/>
          <pc:sldMk cId="2644145025" sldId="259"/>
        </pc:sldMkLst>
        <pc:spChg chg="mod">
          <ac:chgData name="Anusha MUddada" userId="cd322978b1b763dd" providerId="LiveId" clId="{A7C060BF-D8B7-46CE-ABDE-E927D971B749}" dt="2026-07-21T17:40:16.598" v="2226" actId="20577"/>
          <ac:spMkLst>
            <pc:docMk/>
            <pc:sldMk cId="2644145025" sldId="259"/>
            <ac:spMk id="2" creationId="{3C102F2B-B85D-7676-A986-E33BBF690B08}"/>
          </ac:spMkLst>
        </pc:spChg>
        <pc:spChg chg="add del mod">
          <ac:chgData name="Anusha MUddada" userId="cd322978b1b763dd" providerId="LiveId" clId="{A7C060BF-D8B7-46CE-ABDE-E927D971B749}" dt="2026-07-21T17:46:29.657" v="2328" actId="21"/>
          <ac:spMkLst>
            <pc:docMk/>
            <pc:sldMk cId="2644145025" sldId="259"/>
            <ac:spMk id="4" creationId="{E7F90F86-1E25-AC11-D6FC-C089FB56C33C}"/>
          </ac:spMkLst>
        </pc:spChg>
        <pc:spChg chg="add del">
          <ac:chgData name="Anusha MUddada" userId="cd322978b1b763dd" providerId="LiveId" clId="{A7C060BF-D8B7-46CE-ABDE-E927D971B749}" dt="2026-07-21T17:45:05.328" v="2289" actId="21"/>
          <ac:spMkLst>
            <pc:docMk/>
            <pc:sldMk cId="2644145025" sldId="259"/>
            <ac:spMk id="6" creationId="{3F34DD45-A30A-AA8D-5473-6E22F8384D5D}"/>
          </ac:spMkLst>
        </pc:spChg>
        <pc:spChg chg="add del mod">
          <ac:chgData name="Anusha MUddada" userId="cd322978b1b763dd" providerId="LiveId" clId="{A7C060BF-D8B7-46CE-ABDE-E927D971B749}" dt="2026-07-21T17:44:06.594" v="2250" actId="21"/>
          <ac:spMkLst>
            <pc:docMk/>
            <pc:sldMk cId="2644145025" sldId="259"/>
            <ac:spMk id="8" creationId="{BA7425AB-7BE2-49AB-4DE3-653678C8998F}"/>
          </ac:spMkLst>
        </pc:spChg>
        <pc:spChg chg="add del">
          <ac:chgData name="Anusha MUddada" userId="cd322978b1b763dd" providerId="LiveId" clId="{A7C060BF-D8B7-46CE-ABDE-E927D971B749}" dt="2026-07-21T17:45:14.616" v="2292" actId="21"/>
          <ac:spMkLst>
            <pc:docMk/>
            <pc:sldMk cId="2644145025" sldId="259"/>
            <ac:spMk id="10" creationId="{877FAF1D-FA8C-2D63-AB39-0D6E39657B19}"/>
          </ac:spMkLst>
        </pc:spChg>
        <pc:spChg chg="add del">
          <ac:chgData name="Anusha MUddada" userId="cd322978b1b763dd" providerId="LiveId" clId="{A7C060BF-D8B7-46CE-ABDE-E927D971B749}" dt="2026-07-21T17:45:27.210" v="2296" actId="21"/>
          <ac:spMkLst>
            <pc:docMk/>
            <pc:sldMk cId="2644145025" sldId="259"/>
            <ac:spMk id="12" creationId="{D5746DB8-E6E5-4EB3-7B42-4911FF332721}"/>
          </ac:spMkLst>
        </pc:spChg>
        <pc:spChg chg="add del">
          <ac:chgData name="Anusha MUddada" userId="cd322978b1b763dd" providerId="LiveId" clId="{A7C060BF-D8B7-46CE-ABDE-E927D971B749}" dt="2026-07-21T17:46:24.045" v="2327" actId="22"/>
          <ac:spMkLst>
            <pc:docMk/>
            <pc:sldMk cId="2644145025" sldId="259"/>
            <ac:spMk id="14" creationId="{FAECC4F5-4491-81B8-23FA-B5FD9953CC9F}"/>
          </ac:spMkLst>
        </pc:spChg>
        <pc:spChg chg="add del">
          <ac:chgData name="Anusha MUddada" userId="cd322978b1b763dd" providerId="LiveId" clId="{A7C060BF-D8B7-46CE-ABDE-E927D971B749}" dt="2026-07-21T17:46:23.553" v="2326" actId="22"/>
          <ac:spMkLst>
            <pc:docMk/>
            <pc:sldMk cId="2644145025" sldId="259"/>
            <ac:spMk id="16" creationId="{7B8355F1-56CA-FD6D-E35C-CDB28F5561E7}"/>
          </ac:spMkLst>
        </pc:spChg>
        <pc:spChg chg="add del">
          <ac:chgData name="Anusha MUddada" userId="cd322978b1b763dd" providerId="LiveId" clId="{A7C060BF-D8B7-46CE-ABDE-E927D971B749}" dt="2026-07-21T17:46:22.972" v="2325" actId="22"/>
          <ac:spMkLst>
            <pc:docMk/>
            <pc:sldMk cId="2644145025" sldId="259"/>
            <ac:spMk id="18" creationId="{41BA42E1-B399-5E85-838A-BAA6A2FFAA57}"/>
          </ac:spMkLst>
        </pc:spChg>
        <pc:spChg chg="add del">
          <ac:chgData name="Anusha MUddada" userId="cd322978b1b763dd" providerId="LiveId" clId="{A7C060BF-D8B7-46CE-ABDE-E927D971B749}" dt="2026-07-21T17:46:22.343" v="2324" actId="22"/>
          <ac:spMkLst>
            <pc:docMk/>
            <pc:sldMk cId="2644145025" sldId="259"/>
            <ac:spMk id="20" creationId="{0957428E-5AB5-DA6B-4377-77A179A63867}"/>
          </ac:spMkLst>
        </pc:spChg>
        <pc:spChg chg="add del mod">
          <ac:chgData name="Anusha MUddada" userId="cd322978b1b763dd" providerId="LiveId" clId="{A7C060BF-D8B7-46CE-ABDE-E927D971B749}" dt="2026-07-21T17:46:20.301" v="2322" actId="767"/>
          <ac:spMkLst>
            <pc:docMk/>
            <pc:sldMk cId="2644145025" sldId="259"/>
            <ac:spMk id="21" creationId="{206C44BB-F56F-80B5-0D47-DE5D80AB0996}"/>
          </ac:spMkLst>
        </pc:spChg>
        <pc:spChg chg="add del">
          <ac:chgData name="Anusha MUddada" userId="cd322978b1b763dd" providerId="LiveId" clId="{A7C060BF-D8B7-46CE-ABDE-E927D971B749}" dt="2026-07-21T17:46:19.052" v="2318" actId="22"/>
          <ac:spMkLst>
            <pc:docMk/>
            <pc:sldMk cId="2644145025" sldId="259"/>
            <ac:spMk id="23" creationId="{43F75FEB-3540-EA9C-62A9-74D74C663FD0}"/>
          </ac:spMkLst>
        </pc:spChg>
        <pc:spChg chg="add del">
          <ac:chgData name="Anusha MUddada" userId="cd322978b1b763dd" providerId="LiveId" clId="{A7C060BF-D8B7-46CE-ABDE-E927D971B749}" dt="2026-07-21T17:46:18.842" v="2317" actId="22"/>
          <ac:spMkLst>
            <pc:docMk/>
            <pc:sldMk cId="2644145025" sldId="259"/>
            <ac:spMk id="25" creationId="{AB29DAD5-920B-CC6C-6835-F5901BF077DD}"/>
          </ac:spMkLst>
        </pc:spChg>
        <pc:spChg chg="add del">
          <ac:chgData name="Anusha MUddada" userId="cd322978b1b763dd" providerId="LiveId" clId="{A7C060BF-D8B7-46CE-ABDE-E927D971B749}" dt="2026-07-21T17:46:18.657" v="2316" actId="22"/>
          <ac:spMkLst>
            <pc:docMk/>
            <pc:sldMk cId="2644145025" sldId="259"/>
            <ac:spMk id="27" creationId="{D8E0B745-0DEF-439C-745F-7B370D376685}"/>
          </ac:spMkLst>
        </pc:spChg>
        <pc:spChg chg="add del">
          <ac:chgData name="Anusha MUddada" userId="cd322978b1b763dd" providerId="LiveId" clId="{A7C060BF-D8B7-46CE-ABDE-E927D971B749}" dt="2026-07-21T17:46:18.444" v="2315" actId="22"/>
          <ac:spMkLst>
            <pc:docMk/>
            <pc:sldMk cId="2644145025" sldId="259"/>
            <ac:spMk id="29" creationId="{38BF11E7-245B-429C-6F03-42ABEF19E475}"/>
          </ac:spMkLst>
        </pc:spChg>
        <pc:spChg chg="add del">
          <ac:chgData name="Anusha MUddada" userId="cd322978b1b763dd" providerId="LiveId" clId="{A7C060BF-D8B7-46CE-ABDE-E927D971B749}" dt="2026-07-21T17:46:18.237" v="2314" actId="22"/>
          <ac:spMkLst>
            <pc:docMk/>
            <pc:sldMk cId="2644145025" sldId="259"/>
            <ac:spMk id="31" creationId="{B71C171E-3B7A-F916-FFD9-7A423D5B3A80}"/>
          </ac:spMkLst>
        </pc:spChg>
        <pc:spChg chg="add del">
          <ac:chgData name="Anusha MUddada" userId="cd322978b1b763dd" providerId="LiveId" clId="{A7C060BF-D8B7-46CE-ABDE-E927D971B749}" dt="2026-07-21T17:46:18.014" v="2313" actId="22"/>
          <ac:spMkLst>
            <pc:docMk/>
            <pc:sldMk cId="2644145025" sldId="259"/>
            <ac:spMk id="33" creationId="{E7E33269-2571-A797-4038-F511E2669348}"/>
          </ac:spMkLst>
        </pc:spChg>
        <pc:spChg chg="add mod">
          <ac:chgData name="Anusha MUddada" userId="cd322978b1b763dd" providerId="LiveId" clId="{A7C060BF-D8B7-46CE-ABDE-E927D971B749}" dt="2026-07-21T17:48:51.850" v="2376" actId="255"/>
          <ac:spMkLst>
            <pc:docMk/>
            <pc:sldMk cId="2644145025" sldId="259"/>
            <ac:spMk id="35" creationId="{BB928350-2A95-F973-2D80-493FF456E727}"/>
          </ac:spMkLst>
        </pc:spChg>
        <pc:picChg chg="del">
          <ac:chgData name="Anusha MUddada" userId="cd322978b1b763dd" providerId="LiveId" clId="{A7C060BF-D8B7-46CE-ABDE-E927D971B749}" dt="2026-07-21T17:39:51.890" v="2182" actId="21"/>
          <ac:picMkLst>
            <pc:docMk/>
            <pc:sldMk cId="2644145025" sldId="259"/>
            <ac:picMk id="7" creationId="{DC59730E-CB62-2DA0-9046-F1BDC912D50F}"/>
          </ac:picMkLst>
        </pc:picChg>
      </pc:sldChg>
      <pc:sldChg chg="addSp delSp modSp mod">
        <pc:chgData name="Anusha MUddada" userId="cd322978b1b763dd" providerId="LiveId" clId="{A7C060BF-D8B7-46CE-ABDE-E927D971B749}" dt="2026-07-21T17:54:49.185" v="2485" actId="12"/>
        <pc:sldMkLst>
          <pc:docMk/>
          <pc:sldMk cId="2495721582" sldId="260"/>
        </pc:sldMkLst>
        <pc:spChg chg="mod">
          <ac:chgData name="Anusha MUddada" userId="cd322978b1b763dd" providerId="LiveId" clId="{A7C060BF-D8B7-46CE-ABDE-E927D971B749}" dt="2026-07-21T17:52:23.073" v="2438" actId="14100"/>
          <ac:spMkLst>
            <pc:docMk/>
            <pc:sldMk cId="2495721582" sldId="260"/>
            <ac:spMk id="2" creationId="{4D7ED91A-B095-54F7-CF0B-78F6C583F52D}"/>
          </ac:spMkLst>
        </pc:spChg>
        <pc:spChg chg="add mod">
          <ac:chgData name="Anusha MUddada" userId="cd322978b1b763dd" providerId="LiveId" clId="{A7C060BF-D8B7-46CE-ABDE-E927D971B749}" dt="2026-07-21T17:54:49.185" v="2485" actId="12"/>
          <ac:spMkLst>
            <pc:docMk/>
            <pc:sldMk cId="2495721582" sldId="260"/>
            <ac:spMk id="4" creationId="{FE0FFE76-8267-0420-600C-373B97FA17D3}"/>
          </ac:spMkLst>
        </pc:spChg>
        <pc:spChg chg="del mod">
          <ac:chgData name="Anusha MUddada" userId="cd322978b1b763dd" providerId="LiveId" clId="{A7C060BF-D8B7-46CE-ABDE-E927D971B749}" dt="2026-07-21T17:49:41.259" v="2379" actId="21"/>
          <ac:spMkLst>
            <pc:docMk/>
            <pc:sldMk cId="2495721582" sldId="260"/>
            <ac:spMk id="6" creationId="{4AAF3F0F-1B3E-9BB2-B7FD-825C528B1194}"/>
          </ac:spMkLst>
        </pc:spChg>
        <pc:picChg chg="del">
          <ac:chgData name="Anusha MUddada" userId="cd322978b1b763dd" providerId="LiveId" clId="{A7C060BF-D8B7-46CE-ABDE-E927D971B749}" dt="2026-07-21T17:49:21.346" v="2377" actId="21"/>
          <ac:picMkLst>
            <pc:docMk/>
            <pc:sldMk cId="2495721582" sldId="260"/>
            <ac:picMk id="5" creationId="{5E04F74A-8E0A-1BE3-B395-CBD144854FED}"/>
          </ac:picMkLst>
        </pc:picChg>
      </pc:sldChg>
      <pc:sldChg chg="addSp delSp modSp mod">
        <pc:chgData name="Anusha MUddada" userId="cd322978b1b763dd" providerId="LiveId" clId="{A7C060BF-D8B7-46CE-ABDE-E927D971B749}" dt="2026-07-21T18:04:17.991" v="2661" actId="2711"/>
        <pc:sldMkLst>
          <pc:docMk/>
          <pc:sldMk cId="41796503" sldId="261"/>
        </pc:sldMkLst>
        <pc:spChg chg="mod">
          <ac:chgData name="Anusha MUddada" userId="cd322978b1b763dd" providerId="LiveId" clId="{A7C060BF-D8B7-46CE-ABDE-E927D971B749}" dt="2026-07-21T18:02:44.284" v="2640" actId="1076"/>
          <ac:spMkLst>
            <pc:docMk/>
            <pc:sldMk cId="41796503" sldId="261"/>
            <ac:spMk id="2" creationId="{711FD707-1D7E-58C4-9D8F-47F4F3F06E07}"/>
          </ac:spMkLst>
        </pc:spChg>
        <pc:spChg chg="add mod">
          <ac:chgData name="Anusha MUddada" userId="cd322978b1b763dd" providerId="LiveId" clId="{A7C060BF-D8B7-46CE-ABDE-E927D971B749}" dt="2026-07-21T18:04:17.991" v="2661" actId="2711"/>
          <ac:spMkLst>
            <pc:docMk/>
            <pc:sldMk cId="41796503" sldId="261"/>
            <ac:spMk id="4" creationId="{80BF0C0A-3984-96DD-8179-27031EC09A66}"/>
          </ac:spMkLst>
        </pc:spChg>
        <pc:spChg chg="del mod">
          <ac:chgData name="Anusha MUddada" userId="cd322978b1b763dd" providerId="LiveId" clId="{A7C060BF-D8B7-46CE-ABDE-E927D971B749}" dt="2026-07-21T17:55:26.973" v="2488" actId="21"/>
          <ac:spMkLst>
            <pc:docMk/>
            <pc:sldMk cId="41796503" sldId="261"/>
            <ac:spMk id="6" creationId="{C92B7C3B-3D7A-C961-63D5-B9DE78269B48}"/>
          </ac:spMkLst>
        </pc:spChg>
        <pc:picChg chg="del">
          <ac:chgData name="Anusha MUddada" userId="cd322978b1b763dd" providerId="LiveId" clId="{A7C060BF-D8B7-46CE-ABDE-E927D971B749}" dt="2026-07-21T17:55:05.171" v="2486" actId="21"/>
          <ac:picMkLst>
            <pc:docMk/>
            <pc:sldMk cId="41796503" sldId="261"/>
            <ac:picMk id="5" creationId="{1B5F59D9-209B-B180-C20C-3686A558BFAD}"/>
          </ac:picMkLst>
        </pc:picChg>
      </pc:sldChg>
      <pc:sldChg chg="addSp delSp modSp mod">
        <pc:chgData name="Anusha MUddada" userId="cd322978b1b763dd" providerId="LiveId" clId="{A7C060BF-D8B7-46CE-ABDE-E927D971B749}" dt="2026-07-21T18:08:31.521" v="2812" actId="14100"/>
        <pc:sldMkLst>
          <pc:docMk/>
          <pc:sldMk cId="2305500183" sldId="262"/>
        </pc:sldMkLst>
        <pc:spChg chg="mod">
          <ac:chgData name="Anusha MUddada" userId="cd322978b1b763dd" providerId="LiveId" clId="{A7C060BF-D8B7-46CE-ABDE-E927D971B749}" dt="2026-07-21T18:08:11.978" v="2809" actId="1076"/>
          <ac:spMkLst>
            <pc:docMk/>
            <pc:sldMk cId="2305500183" sldId="262"/>
            <ac:spMk id="2" creationId="{262A5828-C4EB-1AAA-7FFE-C7398E0784D6}"/>
          </ac:spMkLst>
        </pc:spChg>
        <pc:spChg chg="add del mod">
          <ac:chgData name="Anusha MUddada" userId="cd322978b1b763dd" providerId="LiveId" clId="{A7C060BF-D8B7-46CE-ABDE-E927D971B749}" dt="2026-07-21T18:05:39.585" v="2758" actId="22"/>
          <ac:spMkLst>
            <pc:docMk/>
            <pc:sldMk cId="2305500183" sldId="262"/>
            <ac:spMk id="4" creationId="{D0244F66-423B-DB2C-838A-B75094CA7EE2}"/>
          </ac:spMkLst>
        </pc:spChg>
        <pc:spChg chg="del">
          <ac:chgData name="Anusha MUddada" userId="cd322978b1b763dd" providerId="LiveId" clId="{A7C060BF-D8B7-46CE-ABDE-E927D971B749}" dt="2026-07-21T18:05:37.464" v="2757" actId="21"/>
          <ac:spMkLst>
            <pc:docMk/>
            <pc:sldMk cId="2305500183" sldId="262"/>
            <ac:spMk id="6" creationId="{31F3F79B-1066-846A-68F5-590A80019100}"/>
          </ac:spMkLst>
        </pc:spChg>
        <pc:spChg chg="add mod">
          <ac:chgData name="Anusha MUddada" userId="cd322978b1b763dd" providerId="LiveId" clId="{A7C060BF-D8B7-46CE-ABDE-E927D971B749}" dt="2026-07-21T18:08:31.521" v="2812" actId="14100"/>
          <ac:spMkLst>
            <pc:docMk/>
            <pc:sldMk cId="2305500183" sldId="262"/>
            <ac:spMk id="8" creationId="{4D6408FA-6792-4EC4-ABA4-2BC800DBF1FB}"/>
          </ac:spMkLst>
        </pc:spChg>
        <pc:picChg chg="del">
          <ac:chgData name="Anusha MUddada" userId="cd322978b1b763dd" providerId="LiveId" clId="{A7C060BF-D8B7-46CE-ABDE-E927D971B749}" dt="2026-07-21T18:04:50.206" v="2662" actId="21"/>
          <ac:picMkLst>
            <pc:docMk/>
            <pc:sldMk cId="2305500183" sldId="262"/>
            <ac:picMk id="5" creationId="{F930E90D-CDC8-8C4C-EA3D-36D121913255}"/>
          </ac:picMkLst>
        </pc:picChg>
      </pc:sldChg>
      <pc:sldChg chg="addSp delSp modSp mod">
        <pc:chgData name="Anusha MUddada" userId="cd322978b1b763dd" providerId="LiveId" clId="{A7C060BF-D8B7-46CE-ABDE-E927D971B749}" dt="2026-07-22T10:24:46.646" v="3203" actId="14100"/>
        <pc:sldMkLst>
          <pc:docMk/>
          <pc:sldMk cId="2444087417" sldId="263"/>
        </pc:sldMkLst>
        <pc:spChg chg="mod">
          <ac:chgData name="Anusha MUddada" userId="cd322978b1b763dd" providerId="LiveId" clId="{A7C060BF-D8B7-46CE-ABDE-E927D971B749}" dt="2026-07-21T18:09:23.281" v="2881" actId="20577"/>
          <ac:spMkLst>
            <pc:docMk/>
            <pc:sldMk cId="2444087417" sldId="263"/>
            <ac:spMk id="2" creationId="{3258ED8C-A78E-4DB5-E947-0BD3BD4EFF68}"/>
          </ac:spMkLst>
        </pc:spChg>
        <pc:spChg chg="add del mod">
          <ac:chgData name="Anusha MUddada" userId="cd322978b1b763dd" providerId="LiveId" clId="{A7C060BF-D8B7-46CE-ABDE-E927D971B749}" dt="2026-07-21T18:09:45.624" v="2882" actId="931"/>
          <ac:spMkLst>
            <pc:docMk/>
            <pc:sldMk cId="2444087417" sldId="263"/>
            <ac:spMk id="4" creationId="{7EAB259A-B364-D47F-B6F5-8E499DAA2772}"/>
          </ac:spMkLst>
        </pc:spChg>
        <pc:spChg chg="del">
          <ac:chgData name="Anusha MUddada" userId="cd322978b1b763dd" providerId="LiveId" clId="{A7C060BF-D8B7-46CE-ABDE-E927D971B749}" dt="2026-07-21T18:08:55.728" v="2814" actId="21"/>
          <ac:spMkLst>
            <pc:docMk/>
            <pc:sldMk cId="2444087417" sldId="263"/>
            <ac:spMk id="7" creationId="{1C14630E-1BB9-301F-2950-97CB9A952A88}"/>
          </ac:spMkLst>
        </pc:spChg>
        <pc:picChg chg="del">
          <ac:chgData name="Anusha MUddada" userId="cd322978b1b763dd" providerId="LiveId" clId="{A7C060BF-D8B7-46CE-ABDE-E927D971B749}" dt="2026-07-21T18:08:50.241" v="2813" actId="21"/>
          <ac:picMkLst>
            <pc:docMk/>
            <pc:sldMk cId="2444087417" sldId="263"/>
            <ac:picMk id="5" creationId="{593EF36D-6962-6263-B49E-67F331FE3B3F}"/>
          </ac:picMkLst>
        </pc:picChg>
        <pc:picChg chg="add mod ord">
          <ac:chgData name="Anusha MUddada" userId="cd322978b1b763dd" providerId="LiveId" clId="{A7C060BF-D8B7-46CE-ABDE-E927D971B749}" dt="2026-07-22T10:24:46.646" v="3203" actId="14100"/>
          <ac:picMkLst>
            <pc:docMk/>
            <pc:sldMk cId="2444087417" sldId="263"/>
            <ac:picMk id="8" creationId="{86F05FFE-6254-8D8E-E339-EFD00AE3F2E0}"/>
          </ac:picMkLst>
        </pc:picChg>
      </pc:sldChg>
      <pc:sldChg chg="addSp delSp modSp mod">
        <pc:chgData name="Anusha MUddada" userId="cd322978b1b763dd" providerId="LiveId" clId="{A7C060BF-D8B7-46CE-ABDE-E927D971B749}" dt="2026-07-22T10:27:41.118" v="3218" actId="1076"/>
        <pc:sldMkLst>
          <pc:docMk/>
          <pc:sldMk cId="417574392" sldId="264"/>
        </pc:sldMkLst>
        <pc:spChg chg="mod">
          <ac:chgData name="Anusha MUddada" userId="cd322978b1b763dd" providerId="LiveId" clId="{A7C060BF-D8B7-46CE-ABDE-E927D971B749}" dt="2026-07-22T10:27:37.315" v="3217" actId="1076"/>
          <ac:spMkLst>
            <pc:docMk/>
            <pc:sldMk cId="417574392" sldId="264"/>
            <ac:spMk id="2" creationId="{BBD1E17D-4B43-0A5D-B4D5-1ED1211845A5}"/>
          </ac:spMkLst>
        </pc:spChg>
        <pc:spChg chg="add mod">
          <ac:chgData name="Anusha MUddada" userId="cd322978b1b763dd" providerId="LiveId" clId="{A7C060BF-D8B7-46CE-ABDE-E927D971B749}" dt="2026-07-22T10:27:41.118" v="3218" actId="1076"/>
          <ac:spMkLst>
            <pc:docMk/>
            <pc:sldMk cId="417574392" sldId="264"/>
            <ac:spMk id="4" creationId="{766DFB1F-D7D0-AD2E-2018-8EDF03018607}"/>
          </ac:spMkLst>
        </pc:spChg>
        <pc:spChg chg="del">
          <ac:chgData name="Anusha MUddada" userId="cd322978b1b763dd" providerId="LiveId" clId="{A7C060BF-D8B7-46CE-ABDE-E927D971B749}" dt="2026-07-21T18:10:21.535" v="2887" actId="21"/>
          <ac:spMkLst>
            <pc:docMk/>
            <pc:sldMk cId="417574392" sldId="264"/>
            <ac:spMk id="6" creationId="{3CBE5493-8E79-07B8-6F03-7B68EC6D04B3}"/>
          </ac:spMkLst>
        </pc:spChg>
        <pc:picChg chg="del">
          <ac:chgData name="Anusha MUddada" userId="cd322978b1b763dd" providerId="LiveId" clId="{A7C060BF-D8B7-46CE-ABDE-E927D971B749}" dt="2026-07-21T18:10:13.153" v="2886" actId="21"/>
          <ac:picMkLst>
            <pc:docMk/>
            <pc:sldMk cId="417574392" sldId="264"/>
            <ac:picMk id="5" creationId="{3F1564A3-E191-DBF0-7080-088BCAA491F6}"/>
          </ac:picMkLst>
        </pc:picChg>
      </pc:sldChg>
      <pc:sldChg chg="addSp delSp modSp mod">
        <pc:chgData name="Anusha MUddada" userId="cd322978b1b763dd" providerId="LiveId" clId="{A7C060BF-D8B7-46CE-ABDE-E927D971B749}" dt="2026-07-22T10:33:05.556" v="3247" actId="27636"/>
        <pc:sldMkLst>
          <pc:docMk/>
          <pc:sldMk cId="176442735" sldId="265"/>
        </pc:sldMkLst>
        <pc:spChg chg="mod">
          <ac:chgData name="Anusha MUddada" userId="cd322978b1b763dd" providerId="LiveId" clId="{A7C060BF-D8B7-46CE-ABDE-E927D971B749}" dt="2026-07-22T10:32:08.261" v="3238" actId="1076"/>
          <ac:spMkLst>
            <pc:docMk/>
            <pc:sldMk cId="176442735" sldId="265"/>
            <ac:spMk id="2" creationId="{A5E15FCC-6F0A-271D-C779-9C061AF4E0C0}"/>
          </ac:spMkLst>
        </pc:spChg>
        <pc:spChg chg="add mod">
          <ac:chgData name="Anusha MUddada" userId="cd322978b1b763dd" providerId="LiveId" clId="{A7C060BF-D8B7-46CE-ABDE-E927D971B749}" dt="2026-07-22T10:33:05.556" v="3247" actId="27636"/>
          <ac:spMkLst>
            <pc:docMk/>
            <pc:sldMk cId="176442735" sldId="265"/>
            <ac:spMk id="4" creationId="{49E6852A-E9D7-1FB8-36AF-C1721D30FFAC}"/>
          </ac:spMkLst>
        </pc:spChg>
        <pc:spChg chg="add del">
          <ac:chgData name="Anusha MUddada" userId="cd322978b1b763dd" providerId="LiveId" clId="{A7C060BF-D8B7-46CE-ABDE-E927D971B749}" dt="2026-07-22T10:31:03.845" v="3220" actId="22"/>
          <ac:spMkLst>
            <pc:docMk/>
            <pc:sldMk cId="176442735" sldId="265"/>
            <ac:spMk id="5" creationId="{C499F2F5-4437-5823-DBD7-D434CADC84FA}"/>
          </ac:spMkLst>
        </pc:spChg>
        <pc:spChg chg="del">
          <ac:chgData name="Anusha MUddada" userId="cd322978b1b763dd" providerId="LiveId" clId="{A7C060BF-D8B7-46CE-ABDE-E927D971B749}" dt="2026-07-21T18:11:29.995" v="2897" actId="21"/>
          <ac:spMkLst>
            <pc:docMk/>
            <pc:sldMk cId="176442735" sldId="265"/>
            <ac:spMk id="7" creationId="{D5C57846-1182-D1FA-B60C-B1580EDEF837}"/>
          </ac:spMkLst>
        </pc:spChg>
        <pc:picChg chg="del mod">
          <ac:chgData name="Anusha MUddada" userId="cd322978b1b763dd" providerId="LiveId" clId="{A7C060BF-D8B7-46CE-ABDE-E927D971B749}" dt="2026-07-21T18:11:24.407" v="2896" actId="21"/>
          <ac:picMkLst>
            <pc:docMk/>
            <pc:sldMk cId="176442735" sldId="265"/>
            <ac:picMk id="5" creationId="{34AB811E-ECAC-CDAE-30E4-72057417688E}"/>
          </ac:picMkLst>
        </pc:picChg>
      </pc:sldChg>
      <pc:sldChg chg="addSp delSp modSp mod">
        <pc:chgData name="Anusha MUddada" userId="cd322978b1b763dd" providerId="LiveId" clId="{A7C060BF-D8B7-46CE-ABDE-E927D971B749}" dt="2026-07-22T10:34:08.305" v="3256" actId="1076"/>
        <pc:sldMkLst>
          <pc:docMk/>
          <pc:sldMk cId="1660358719" sldId="266"/>
        </pc:sldMkLst>
        <pc:spChg chg="mod">
          <ac:chgData name="Anusha MUddada" userId="cd322978b1b763dd" providerId="LiveId" clId="{A7C060BF-D8B7-46CE-ABDE-E927D971B749}" dt="2026-07-22T10:34:08.305" v="3256" actId="1076"/>
          <ac:spMkLst>
            <pc:docMk/>
            <pc:sldMk cId="1660358719" sldId="266"/>
            <ac:spMk id="2" creationId="{97F460B0-A648-C8E4-5596-95BD0F44E8C5}"/>
          </ac:spMkLst>
        </pc:spChg>
        <pc:spChg chg="add del mod">
          <ac:chgData name="Anusha MUddada" userId="cd322978b1b763dd" providerId="LiveId" clId="{A7C060BF-D8B7-46CE-ABDE-E927D971B749}" dt="2026-07-22T10:33:37.011" v="3248" actId="931"/>
          <ac:spMkLst>
            <pc:docMk/>
            <pc:sldMk cId="1660358719" sldId="266"/>
            <ac:spMk id="4" creationId="{12C88F84-280E-D3AB-DD27-C5D1D26E094F}"/>
          </ac:spMkLst>
        </pc:spChg>
        <pc:spChg chg="del">
          <ac:chgData name="Anusha MUddada" userId="cd322978b1b763dd" providerId="LiveId" clId="{A7C060BF-D8B7-46CE-ABDE-E927D971B749}" dt="2026-07-21T18:12:02.739" v="2901" actId="21"/>
          <ac:spMkLst>
            <pc:docMk/>
            <pc:sldMk cId="1660358719" sldId="266"/>
            <ac:spMk id="6" creationId="{B86DABC8-6CE3-8E49-75B3-C02CFC2DA521}"/>
          </ac:spMkLst>
        </pc:spChg>
        <pc:picChg chg="del">
          <ac:chgData name="Anusha MUddada" userId="cd322978b1b763dd" providerId="LiveId" clId="{A7C060BF-D8B7-46CE-ABDE-E927D971B749}" dt="2026-07-21T18:11:59.428" v="2900" actId="21"/>
          <ac:picMkLst>
            <pc:docMk/>
            <pc:sldMk cId="1660358719" sldId="266"/>
            <ac:picMk id="5" creationId="{00A11BFD-4DBF-1985-7E6E-936DC13B00F7}"/>
          </ac:picMkLst>
        </pc:picChg>
        <pc:picChg chg="add mod ord">
          <ac:chgData name="Anusha MUddada" userId="cd322978b1b763dd" providerId="LiveId" clId="{A7C060BF-D8B7-46CE-ABDE-E927D971B749}" dt="2026-07-22T10:34:05.164" v="3255" actId="14100"/>
          <ac:picMkLst>
            <pc:docMk/>
            <pc:sldMk cId="1660358719" sldId="266"/>
            <ac:picMk id="5" creationId="{51C5CA8C-72A7-5F76-A08E-BCA92E83AE6E}"/>
          </ac:picMkLst>
        </pc:picChg>
      </pc:sldChg>
      <pc:sldChg chg="addSp delSp modSp mod">
        <pc:chgData name="Anusha MUddada" userId="cd322978b1b763dd" providerId="LiveId" clId="{A7C060BF-D8B7-46CE-ABDE-E927D971B749}" dt="2026-07-21T18:19:07.909" v="2964" actId="14100"/>
        <pc:sldMkLst>
          <pc:docMk/>
          <pc:sldMk cId="3935011476" sldId="267"/>
        </pc:sldMkLst>
        <pc:spChg chg="mod">
          <ac:chgData name="Anusha MUddada" userId="cd322978b1b763dd" providerId="LiveId" clId="{A7C060BF-D8B7-46CE-ABDE-E927D971B749}" dt="2026-07-21T18:19:07.909" v="2964" actId="14100"/>
          <ac:spMkLst>
            <pc:docMk/>
            <pc:sldMk cId="3935011476" sldId="267"/>
            <ac:spMk id="2" creationId="{466B212F-4352-3434-B4F9-68E207F129D8}"/>
          </ac:spMkLst>
        </pc:spChg>
        <pc:spChg chg="add mod">
          <ac:chgData name="Anusha MUddada" userId="cd322978b1b763dd" providerId="LiveId" clId="{A7C060BF-D8B7-46CE-ABDE-E927D971B749}" dt="2026-07-21T18:18:54.807" v="2962" actId="255"/>
          <ac:spMkLst>
            <pc:docMk/>
            <pc:sldMk cId="3935011476" sldId="267"/>
            <ac:spMk id="4" creationId="{F89A34CA-B27C-74D4-3A42-E73C4C99C038}"/>
          </ac:spMkLst>
        </pc:spChg>
        <pc:spChg chg="del">
          <ac:chgData name="Anusha MUddada" userId="cd322978b1b763dd" providerId="LiveId" clId="{A7C060BF-D8B7-46CE-ABDE-E927D971B749}" dt="2026-07-21T18:12:32.405" v="2903" actId="21"/>
          <ac:spMkLst>
            <pc:docMk/>
            <pc:sldMk cId="3935011476" sldId="267"/>
            <ac:spMk id="6" creationId="{462DEA0B-238E-48B1-B492-3C23C8F6A1E7}"/>
          </ac:spMkLst>
        </pc:spChg>
        <pc:picChg chg="del">
          <ac:chgData name="Anusha MUddada" userId="cd322978b1b763dd" providerId="LiveId" clId="{A7C060BF-D8B7-46CE-ABDE-E927D971B749}" dt="2026-07-21T18:12:26.840" v="2902" actId="21"/>
          <ac:picMkLst>
            <pc:docMk/>
            <pc:sldMk cId="3935011476" sldId="267"/>
            <ac:picMk id="5" creationId="{50993CD1-7B7F-EC0E-9C27-4DFD8C9B955B}"/>
          </ac:picMkLst>
        </pc:picChg>
      </pc:sldChg>
      <pc:sldChg chg="addSp delSp modSp mod">
        <pc:chgData name="Anusha MUddada" userId="cd322978b1b763dd" providerId="LiveId" clId="{A7C060BF-D8B7-46CE-ABDE-E927D971B749}" dt="2026-07-21T18:22:46.426" v="3065" actId="113"/>
        <pc:sldMkLst>
          <pc:docMk/>
          <pc:sldMk cId="4069292321" sldId="268"/>
        </pc:sldMkLst>
        <pc:spChg chg="mod">
          <ac:chgData name="Anusha MUddada" userId="cd322978b1b763dd" providerId="LiveId" clId="{A7C060BF-D8B7-46CE-ABDE-E927D971B749}" dt="2026-07-21T18:22:36.496" v="3064" actId="20577"/>
          <ac:spMkLst>
            <pc:docMk/>
            <pc:sldMk cId="4069292321" sldId="268"/>
            <ac:spMk id="2" creationId="{F1554796-102D-8B2B-FE87-CADCC8F626A6}"/>
          </ac:spMkLst>
        </pc:spChg>
        <pc:spChg chg="add mod">
          <ac:chgData name="Anusha MUddada" userId="cd322978b1b763dd" providerId="LiveId" clId="{A7C060BF-D8B7-46CE-ABDE-E927D971B749}" dt="2026-07-21T18:22:46.426" v="3065" actId="113"/>
          <ac:spMkLst>
            <pc:docMk/>
            <pc:sldMk cId="4069292321" sldId="268"/>
            <ac:spMk id="4" creationId="{432F8D34-E9C2-FC97-C1C9-635C807B3628}"/>
          </ac:spMkLst>
        </pc:spChg>
        <pc:spChg chg="del">
          <ac:chgData name="Anusha MUddada" userId="cd322978b1b763dd" providerId="LiveId" clId="{A7C060BF-D8B7-46CE-ABDE-E927D971B749}" dt="2026-07-21T18:19:21.854" v="2966" actId="21"/>
          <ac:spMkLst>
            <pc:docMk/>
            <pc:sldMk cId="4069292321" sldId="268"/>
            <ac:spMk id="6" creationId="{5A2C340D-54B9-5D88-49D1-434217B859C1}"/>
          </ac:spMkLst>
        </pc:spChg>
        <pc:picChg chg="del">
          <ac:chgData name="Anusha MUddada" userId="cd322978b1b763dd" providerId="LiveId" clId="{A7C060BF-D8B7-46CE-ABDE-E927D971B749}" dt="2026-07-21T18:19:15.552" v="2965" actId="21"/>
          <ac:picMkLst>
            <pc:docMk/>
            <pc:sldMk cId="4069292321" sldId="268"/>
            <ac:picMk id="5" creationId="{B9CD17FA-F5AC-74EB-1F98-39FE326AE75C}"/>
          </ac:picMkLst>
        </pc:picChg>
      </pc:sldChg>
      <pc:sldChg chg="addSp delSp modSp mod">
        <pc:chgData name="Anusha MUddada" userId="cd322978b1b763dd" providerId="LiveId" clId="{A7C060BF-D8B7-46CE-ABDE-E927D971B749}" dt="2026-07-21T18:25:42.242" v="3117" actId="14100"/>
        <pc:sldMkLst>
          <pc:docMk/>
          <pc:sldMk cId="756865365" sldId="269"/>
        </pc:sldMkLst>
        <pc:spChg chg="mod">
          <ac:chgData name="Anusha MUddada" userId="cd322978b1b763dd" providerId="LiveId" clId="{A7C060BF-D8B7-46CE-ABDE-E927D971B749}" dt="2026-07-21T18:24:11.828" v="3098" actId="1076"/>
          <ac:spMkLst>
            <pc:docMk/>
            <pc:sldMk cId="756865365" sldId="269"/>
            <ac:spMk id="2" creationId="{D59B04AC-3147-2166-58EF-BADAFD0251FA}"/>
          </ac:spMkLst>
        </pc:spChg>
        <pc:spChg chg="add mod">
          <ac:chgData name="Anusha MUddada" userId="cd322978b1b763dd" providerId="LiveId" clId="{A7C060BF-D8B7-46CE-ABDE-E927D971B749}" dt="2026-07-21T18:25:42.242" v="3117" actId="14100"/>
          <ac:spMkLst>
            <pc:docMk/>
            <pc:sldMk cId="756865365" sldId="269"/>
            <ac:spMk id="4" creationId="{DB519321-C4BA-95BD-967B-11906F7BFF26}"/>
          </ac:spMkLst>
        </pc:spChg>
        <pc:picChg chg="del">
          <ac:chgData name="Anusha MUddada" userId="cd322978b1b763dd" providerId="LiveId" clId="{A7C060BF-D8B7-46CE-ABDE-E927D971B749}" dt="2026-07-21T18:23:32.688" v="3066" actId="21"/>
          <ac:picMkLst>
            <pc:docMk/>
            <pc:sldMk cId="756865365" sldId="269"/>
            <ac:picMk id="5" creationId="{D780E1BD-C589-4E24-779C-890F3179434E}"/>
          </ac:picMkLst>
        </pc:picChg>
      </pc:sldChg>
      <pc:sldChg chg="addSp delSp modSp del mod">
        <pc:chgData name="Anusha MUddada" userId="cd322978b1b763dd" providerId="LiveId" clId="{A7C060BF-D8B7-46CE-ABDE-E927D971B749}" dt="2026-07-21T18:26:10.950" v="3121" actId="47"/>
        <pc:sldMkLst>
          <pc:docMk/>
          <pc:sldMk cId="2760487768" sldId="270"/>
        </pc:sldMkLst>
        <pc:spChg chg="add mod">
          <ac:chgData name="Anusha MUddada" userId="cd322978b1b763dd" providerId="LiveId" clId="{A7C060BF-D8B7-46CE-ABDE-E927D971B749}" dt="2026-07-21T18:25:55.165" v="3118" actId="478"/>
          <ac:spMkLst>
            <pc:docMk/>
            <pc:sldMk cId="2760487768" sldId="270"/>
            <ac:spMk id="4" creationId="{3EE14D80-782A-1975-2C76-093147DBA886}"/>
          </ac:spMkLst>
        </pc:spChg>
        <pc:picChg chg="del">
          <ac:chgData name="Anusha MUddada" userId="cd322978b1b763dd" providerId="LiveId" clId="{A7C060BF-D8B7-46CE-ABDE-E927D971B749}" dt="2026-07-21T18:25:55.165" v="3118" actId="478"/>
          <ac:picMkLst>
            <pc:docMk/>
            <pc:sldMk cId="2760487768" sldId="270"/>
            <ac:picMk id="5" creationId="{69504B60-9342-C094-FFCF-EC5587C016CE}"/>
          </ac:picMkLst>
        </pc:picChg>
      </pc:sldChg>
      <pc:sldChg chg="del">
        <pc:chgData name="Anusha MUddada" userId="cd322978b1b763dd" providerId="LiveId" clId="{A7C060BF-D8B7-46CE-ABDE-E927D971B749}" dt="2026-07-21T18:26:03.207" v="3119" actId="47"/>
        <pc:sldMkLst>
          <pc:docMk/>
          <pc:sldMk cId="1104811501" sldId="271"/>
        </pc:sldMkLst>
      </pc:sldChg>
      <pc:sldChg chg="del">
        <pc:chgData name="Anusha MUddada" userId="cd322978b1b763dd" providerId="LiveId" clId="{A7C060BF-D8B7-46CE-ABDE-E927D971B749}" dt="2026-07-21T18:26:07.326" v="3120" actId="47"/>
        <pc:sldMkLst>
          <pc:docMk/>
          <pc:sldMk cId="829679549" sldId="272"/>
        </pc:sldMkLst>
      </pc:sldChg>
      <pc:sldChg chg="modSp mod">
        <pc:chgData name="Anusha MUddada" userId="cd322978b1b763dd" providerId="LiveId" clId="{A7C060BF-D8B7-46CE-ABDE-E927D971B749}" dt="2026-07-21T18:29:30.288" v="3152" actId="20577"/>
        <pc:sldMkLst>
          <pc:docMk/>
          <pc:sldMk cId="146984333" sldId="273"/>
        </pc:sldMkLst>
        <pc:spChg chg="mod">
          <ac:chgData name="Anusha MUddada" userId="cd322978b1b763dd" providerId="LiveId" clId="{A7C060BF-D8B7-46CE-ABDE-E927D971B749}" dt="2026-07-21T18:29:18.518" v="3148" actId="1076"/>
          <ac:spMkLst>
            <pc:docMk/>
            <pc:sldMk cId="146984333" sldId="273"/>
            <ac:spMk id="2" creationId="{5A354426-4928-E667-65EC-66BD42CF2C51}"/>
          </ac:spMkLst>
        </pc:spChg>
        <pc:spChg chg="mod">
          <ac:chgData name="Anusha MUddada" userId="cd322978b1b763dd" providerId="LiveId" clId="{A7C060BF-D8B7-46CE-ABDE-E927D971B749}" dt="2026-07-21T18:29:30.288" v="3152" actId="20577"/>
          <ac:spMkLst>
            <pc:docMk/>
            <pc:sldMk cId="146984333" sldId="273"/>
            <ac:spMk id="3" creationId="{A4A0A34C-5A6B-9328-791D-938171DE5994}"/>
          </ac:spMkLst>
        </pc:spChg>
      </pc:sldChg>
      <pc:sldChg chg="addSp delSp modSp new mod">
        <pc:chgData name="Anusha MUddada" userId="cd322978b1b763dd" providerId="LiveId" clId="{A7C060BF-D8B7-46CE-ABDE-E927D971B749}" dt="2026-07-22T10:36:38.434" v="3282" actId="1076"/>
        <pc:sldMkLst>
          <pc:docMk/>
          <pc:sldMk cId="128990969" sldId="275"/>
        </pc:sldMkLst>
        <pc:spChg chg="del mod">
          <ac:chgData name="Anusha MUddada" userId="cd322978b1b763dd" providerId="LiveId" clId="{A7C060BF-D8B7-46CE-ABDE-E927D971B749}" dt="2026-07-22T10:35:13.853" v="3262" actId="21"/>
          <ac:spMkLst>
            <pc:docMk/>
            <pc:sldMk cId="128990969" sldId="275"/>
            <ac:spMk id="2" creationId="{F7FBD679-4EAC-A087-B8BC-C9D07C162C9B}"/>
          </ac:spMkLst>
        </pc:spChg>
        <pc:spChg chg="mod">
          <ac:chgData name="Anusha MUddada" userId="cd322978b1b763dd" providerId="LiveId" clId="{A7C060BF-D8B7-46CE-ABDE-E927D971B749}" dt="2026-07-22T10:36:35.016" v="3281" actId="1076"/>
          <ac:spMkLst>
            <pc:docMk/>
            <pc:sldMk cId="128990969" sldId="275"/>
            <ac:spMk id="3" creationId="{16E34221-61D4-3C5D-0CFA-EDCF3EFBE55A}"/>
          </ac:spMkLst>
        </pc:spChg>
        <pc:spChg chg="add del">
          <ac:chgData name="Anusha MUddada" userId="cd322978b1b763dd" providerId="LiveId" clId="{A7C060BF-D8B7-46CE-ABDE-E927D971B749}" dt="2026-07-21T18:32:06.954" v="3168" actId="11529"/>
          <ac:spMkLst>
            <pc:docMk/>
            <pc:sldMk cId="128990969" sldId="275"/>
            <ac:spMk id="4" creationId="{5C22D17C-EA37-83D9-0812-6DABE2FC5451}"/>
          </ac:spMkLst>
        </pc:spChg>
        <pc:spChg chg="add mod">
          <ac:chgData name="Anusha MUddada" userId="cd322978b1b763dd" providerId="LiveId" clId="{A7C060BF-D8B7-46CE-ABDE-E927D971B749}" dt="2026-07-22T10:36:38.434" v="3282" actId="1076"/>
          <ac:spMkLst>
            <pc:docMk/>
            <pc:sldMk cId="128990969" sldId="275"/>
            <ac:spMk id="4" creationId="{EA66673D-392D-0B63-F79D-155C4083775B}"/>
          </ac:spMkLst>
        </pc:spChg>
        <pc:spChg chg="add del mod">
          <ac:chgData name="Anusha MUddada" userId="cd322978b1b763dd" providerId="LiveId" clId="{A7C060BF-D8B7-46CE-ABDE-E927D971B749}" dt="2026-07-21T18:34:03.934" v="3199" actId="478"/>
          <ac:spMkLst>
            <pc:docMk/>
            <pc:sldMk cId="128990969" sldId="275"/>
            <ac:spMk id="5" creationId="{CCF7DB37-F585-B7C0-0B40-83AC3AC9397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3F88B-5BA9-4DFC-860F-387E1BCFD543}" type="datetimeFigureOut">
              <a:rPr lang="en-IN" smtClean="0"/>
              <a:t>22-07-2026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F26F6-426E-4749-A54D-B2FA495C5EDA}" type="slidenum">
              <a:rPr lang="en-IN" smtClean="0"/>
              <a:t>‹#›</a:t>
            </a:fld>
            <a:endParaRPr lang="en-IN"/>
          </a:p>
        </p:txBody>
      </p:sp>
    </p:spTree>
    <p:extLst>
      <p:ext uri="{BB962C8B-B14F-4D97-AF65-F5344CB8AC3E}">
        <p14:creationId xmlns:p14="http://schemas.microsoft.com/office/powerpoint/2010/main" val="279570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AF26F6-426E-4749-A54D-B2FA495C5EDA}" type="slidenum">
              <a:rPr lang="en-IN" smtClean="0"/>
              <a:t>1</a:t>
            </a:fld>
            <a:endParaRPr lang="en-IN"/>
          </a:p>
        </p:txBody>
      </p:sp>
    </p:spTree>
    <p:extLst>
      <p:ext uri="{BB962C8B-B14F-4D97-AF65-F5344CB8AC3E}">
        <p14:creationId xmlns:p14="http://schemas.microsoft.com/office/powerpoint/2010/main" val="2301411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7FE0-7DAB-B2BB-E3FF-2D08302F75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A82086D-E468-B497-289F-2C516DF9A8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3E1BF2-F760-EB7F-1CFA-AF5F3A9D9C1C}"/>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5" name="Footer Placeholder 4">
            <a:extLst>
              <a:ext uri="{FF2B5EF4-FFF2-40B4-BE49-F238E27FC236}">
                <a16:creationId xmlns:a16="http://schemas.microsoft.com/office/drawing/2014/main" id="{82A37C10-E14D-1007-60D1-C1FD2156AC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03D259-9B3E-8E64-2174-C7FBC94C51BD}"/>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682659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7577B-C660-2EC3-B0B9-592300E16F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4E9151-F3F6-BD13-7289-093799207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C7714D-CA66-836C-2150-936681506ABE}"/>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5" name="Footer Placeholder 4">
            <a:extLst>
              <a:ext uri="{FF2B5EF4-FFF2-40B4-BE49-F238E27FC236}">
                <a16:creationId xmlns:a16="http://schemas.microsoft.com/office/drawing/2014/main" id="{B8CCE478-4DF0-8C52-6B3D-37A525770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BE57C-455A-9E0D-F731-740571E1282A}"/>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1327906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5A074-1B69-2D72-F454-A0D66240CB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151D3-13EA-0A90-43CF-B6CBEF5F71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01BA2D-7C54-DFBB-9EA9-ADA818D6A043}"/>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5" name="Footer Placeholder 4">
            <a:extLst>
              <a:ext uri="{FF2B5EF4-FFF2-40B4-BE49-F238E27FC236}">
                <a16:creationId xmlns:a16="http://schemas.microsoft.com/office/drawing/2014/main" id="{9E88B721-F7A1-B158-F401-1D463E5CCE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88EA3-A8E4-B0A5-9752-97E39A1A84B1}"/>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3306237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114B-8CA4-35B6-C8D8-B9D6BEF18A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428646-2D87-CD31-B40B-8D4B84A72F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370993-8700-1D6D-59BC-34CC2911F1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4AAA01-7342-0D4D-1205-CCF42A5348C5}"/>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6" name="Footer Placeholder 5">
            <a:extLst>
              <a:ext uri="{FF2B5EF4-FFF2-40B4-BE49-F238E27FC236}">
                <a16:creationId xmlns:a16="http://schemas.microsoft.com/office/drawing/2014/main" id="{35D44B3F-6A2F-5AD1-C1B4-64622A4E18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1B65B9-C3E3-F810-754C-F6AB5385F8E2}"/>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3546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9826E-02CF-BFE6-173B-5D782F46AD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810EEA-F809-4CD9-6349-4E8A8321B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B363E6-4485-394C-4D84-96CBD8A83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FA74B2-3290-C763-E329-B0D03DA3ED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A8A106-DF44-DCC3-7B27-A2D2F8B341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06CCAC-8028-AA2C-26E2-D89ADADB141A}"/>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8" name="Footer Placeholder 7">
            <a:extLst>
              <a:ext uri="{FF2B5EF4-FFF2-40B4-BE49-F238E27FC236}">
                <a16:creationId xmlns:a16="http://schemas.microsoft.com/office/drawing/2014/main" id="{6D9DF981-3E07-129D-0DD8-56CEB13F33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CA37DD-770C-8483-27DA-6655FCC85BB2}"/>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05674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894F-7198-5AAF-E655-349EFA5B8F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CC540A-1668-FAC8-A41A-A584BC6B1451}"/>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4" name="Footer Placeholder 3">
            <a:extLst>
              <a:ext uri="{FF2B5EF4-FFF2-40B4-BE49-F238E27FC236}">
                <a16:creationId xmlns:a16="http://schemas.microsoft.com/office/drawing/2014/main" id="{01227353-F854-9122-A48F-F77251E0AB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8B97CF-3B73-5953-4648-63200530C9D2}"/>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178318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85E3E-E89C-B3A5-FBF5-02F091C9EFA8}"/>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3" name="Footer Placeholder 2">
            <a:extLst>
              <a:ext uri="{FF2B5EF4-FFF2-40B4-BE49-F238E27FC236}">
                <a16:creationId xmlns:a16="http://schemas.microsoft.com/office/drawing/2014/main" id="{27B988B9-E386-3E32-DD48-71983E642D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248F8A-E0D5-55E7-1016-3E30E77E3306}"/>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1970432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0018E-DD3B-88CA-EAB4-8C0590172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52E34A-2B69-5ABB-B795-63744CDE56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0BB40E-0067-CBF5-BAC8-43643373E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B21B5-8494-55E5-BB33-7D4EDDE58615}"/>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6" name="Footer Placeholder 5">
            <a:extLst>
              <a:ext uri="{FF2B5EF4-FFF2-40B4-BE49-F238E27FC236}">
                <a16:creationId xmlns:a16="http://schemas.microsoft.com/office/drawing/2014/main" id="{185675FF-A230-8E1B-E226-BFC5BA2A2A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4C4B56-48AE-3275-03BF-AAB699FA7FEB}"/>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222432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92E30-25F4-A0C6-E79B-0CC225964B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F4987C-5AD1-E9E7-B3FD-B8E697EF4B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95A30E-7501-C1CE-3F9C-6E824020E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39233-D77B-E22F-6C96-A78491151DEF}"/>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6" name="Footer Placeholder 5">
            <a:extLst>
              <a:ext uri="{FF2B5EF4-FFF2-40B4-BE49-F238E27FC236}">
                <a16:creationId xmlns:a16="http://schemas.microsoft.com/office/drawing/2014/main" id="{F9661695-3B47-B66F-C4E5-2CCF1CD3D0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6CBB61-3B7D-38FF-668F-65F5B3E6F1AD}"/>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598650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3414-3435-B4F4-FBAF-5995091629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17C44E-49CC-DD2F-83A0-BA26A13EDB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8B595A-CF17-D35A-7BD0-3839B8B8018D}"/>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5" name="Footer Placeholder 4">
            <a:extLst>
              <a:ext uri="{FF2B5EF4-FFF2-40B4-BE49-F238E27FC236}">
                <a16:creationId xmlns:a16="http://schemas.microsoft.com/office/drawing/2014/main" id="{46EBA55D-09BF-C533-9A93-87BC578AA2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B69E78-3B09-8632-C35A-C20697A07D8D}"/>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43724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B462E-7584-61E9-9466-DED75A143E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D4D344-CEA5-DC3B-2828-5CC8E6545A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FAEE8-B75A-A4E4-5CEB-202B0ADE6DF3}"/>
              </a:ext>
            </a:extLst>
          </p:cNvPr>
          <p:cNvSpPr>
            <a:spLocks noGrp="1"/>
          </p:cNvSpPr>
          <p:nvPr>
            <p:ph type="dt" sz="half" idx="10"/>
          </p:nvPr>
        </p:nvSpPr>
        <p:spPr/>
        <p:txBody>
          <a:bodyPr/>
          <a:lstStyle/>
          <a:p>
            <a:fld id="{90E09F15-E73B-4B2C-AB4C-C7389AE5D261}" type="datetimeFigureOut">
              <a:rPr lang="en-IN" smtClean="0"/>
              <a:t>22-07-2026</a:t>
            </a:fld>
            <a:endParaRPr lang="en-IN"/>
          </a:p>
        </p:txBody>
      </p:sp>
      <p:sp>
        <p:nvSpPr>
          <p:cNvPr id="5" name="Footer Placeholder 4">
            <a:extLst>
              <a:ext uri="{FF2B5EF4-FFF2-40B4-BE49-F238E27FC236}">
                <a16:creationId xmlns:a16="http://schemas.microsoft.com/office/drawing/2014/main" id="{D28A2DF8-8DED-35BB-3BFB-5A548BD522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8A90A1-DF0F-73BA-042E-3F1CA4B1EC6F}"/>
              </a:ext>
            </a:extLst>
          </p:cNvPr>
          <p:cNvSpPr>
            <a:spLocks noGrp="1"/>
          </p:cNvSpPr>
          <p:nvPr>
            <p:ph type="sldNum" sz="quarter" idx="12"/>
          </p:nvPr>
        </p:nvSpPr>
        <p:spPr/>
        <p:txBody>
          <a:bodyPr/>
          <a:lstStyle/>
          <a:p>
            <a:fld id="{17CF25C0-4839-42DB-850A-9A4F1545873A}" type="slidenum">
              <a:rPr lang="en-IN" smtClean="0"/>
              <a:t>‹#›</a:t>
            </a:fld>
            <a:endParaRPr lang="en-IN"/>
          </a:p>
        </p:txBody>
      </p:sp>
    </p:spTree>
    <p:extLst>
      <p:ext uri="{BB962C8B-B14F-4D97-AF65-F5344CB8AC3E}">
        <p14:creationId xmlns:p14="http://schemas.microsoft.com/office/powerpoint/2010/main" val="2063039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502A9A-0F47-F65E-C411-0958CE5E36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3C6728-83EE-E6CD-3364-D2B0774F22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18D29-5A82-649B-B698-F79F9F39F4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E09F15-E73B-4B2C-AB4C-C7389AE5D261}" type="datetimeFigureOut">
              <a:rPr lang="en-IN" smtClean="0"/>
              <a:t>22-07-2026</a:t>
            </a:fld>
            <a:endParaRPr lang="en-IN"/>
          </a:p>
        </p:txBody>
      </p:sp>
      <p:sp>
        <p:nvSpPr>
          <p:cNvPr id="5" name="Footer Placeholder 4">
            <a:extLst>
              <a:ext uri="{FF2B5EF4-FFF2-40B4-BE49-F238E27FC236}">
                <a16:creationId xmlns:a16="http://schemas.microsoft.com/office/drawing/2014/main" id="{C6C5B98A-EBBE-A343-F6B1-CFCBA151DA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89E695-6C8F-F9CD-7DCF-0E53E06AD2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CF25C0-4839-42DB-850A-9A4F1545873A}" type="slidenum">
              <a:rPr lang="en-IN" smtClean="0"/>
              <a:t>‹#›</a:t>
            </a:fld>
            <a:endParaRPr lang="en-IN"/>
          </a:p>
        </p:txBody>
      </p:sp>
    </p:spTree>
    <p:extLst>
      <p:ext uri="{BB962C8B-B14F-4D97-AF65-F5344CB8AC3E}">
        <p14:creationId xmlns:p14="http://schemas.microsoft.com/office/powerpoint/2010/main" val="305588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0E88-2DBF-ABE4-B64F-9673F68DB8A5}"/>
              </a:ext>
            </a:extLst>
          </p:cNvPr>
          <p:cNvSpPr>
            <a:spLocks noGrp="1"/>
          </p:cNvSpPr>
          <p:nvPr>
            <p:ph type="ctrTitle"/>
          </p:nvPr>
        </p:nvSpPr>
        <p:spPr>
          <a:xfrm>
            <a:off x="2635045" y="522595"/>
            <a:ext cx="6921910" cy="539289"/>
          </a:xfrm>
          <a:ln w="19050">
            <a:solidFill>
              <a:schemeClr val="tx1"/>
            </a:solidFill>
          </a:ln>
        </p:spPr>
        <p:txBody>
          <a:bodyPr>
            <a:normAutofit fontScale="90000"/>
          </a:bodyPr>
          <a:lstStyle/>
          <a:p>
            <a:r>
              <a:rPr lang="en-IN" sz="2800" b="1" dirty="0">
                <a:solidFill>
                  <a:srgbClr val="002060"/>
                </a:solidFill>
                <a:latin typeface="Times New Roman" panose="02020603050405020304" pitchFamily="18" charset="0"/>
                <a:cs typeface="Times New Roman" panose="02020603050405020304" pitchFamily="18" charset="0"/>
              </a:rPr>
              <a:t>CUSTOMER SEGMENTATION (</a:t>
            </a:r>
            <a:r>
              <a:rPr lang="en-IN" sz="2500" b="1" dirty="0">
                <a:solidFill>
                  <a:srgbClr val="002060"/>
                </a:solidFill>
                <a:latin typeface="Times New Roman" panose="02020603050405020304" pitchFamily="18" charset="0"/>
                <a:cs typeface="Times New Roman" panose="02020603050405020304" pitchFamily="18" charset="0"/>
              </a:rPr>
              <a:t>CDACL</a:t>
            </a:r>
            <a:r>
              <a:rPr lang="en-IN" sz="2500" dirty="0">
                <a:solidFill>
                  <a:srgbClr val="002060"/>
                </a:solidFill>
                <a:latin typeface="Times New Roman" panose="02020603050405020304" pitchFamily="18" charset="0"/>
                <a:cs typeface="Times New Roman" panose="02020603050405020304" pitchFamily="18" charset="0"/>
              </a:rPr>
              <a:t>– 002</a:t>
            </a:r>
            <a:r>
              <a:rPr lang="en-IN" sz="2800" b="1" dirty="0">
                <a:solidFill>
                  <a:srgbClr val="002060"/>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84C4A10-A9FD-2ED8-9BD5-BDBE90F4BADA}"/>
              </a:ext>
            </a:extLst>
          </p:cNvPr>
          <p:cNvSpPr>
            <a:spLocks noGrp="1"/>
          </p:cNvSpPr>
          <p:nvPr>
            <p:ph type="subTitle" idx="1"/>
          </p:nvPr>
        </p:nvSpPr>
        <p:spPr>
          <a:xfrm>
            <a:off x="1523999" y="1917290"/>
            <a:ext cx="9547123" cy="2428568"/>
          </a:xfrm>
        </p:spPr>
        <p:txBody>
          <a:bodyPr>
            <a:normAutofit/>
          </a:bodyPr>
          <a:lstStyle/>
          <a:p>
            <a:pPr algn="just">
              <a:lnSpc>
                <a:spcPct val="150000"/>
              </a:lnSpc>
            </a:pPr>
            <a:r>
              <a:rPr lang="en-IN" sz="1800" dirty="0">
                <a:latin typeface="Times New Roman" panose="02020603050405020304" pitchFamily="18" charset="0"/>
                <a:cs typeface="Times New Roman" panose="02020603050405020304" pitchFamily="18" charset="0"/>
              </a:rPr>
              <a:t>Customer segmentation is the process of dividing customers into groups based on similar purchasing behavior, preferences, and shopping patterns. It helps businesses better understand their customers and deliver personalized products, services, and marketing campaigns. By using data analytics and machine learning techniques like K-Means clustering, organizations can improve customer satisfaction, retention, and overall business performance.</a:t>
            </a:r>
          </a:p>
        </p:txBody>
      </p:sp>
      <p:sp>
        <p:nvSpPr>
          <p:cNvPr id="5" name="TextBox 4">
            <a:extLst>
              <a:ext uri="{FF2B5EF4-FFF2-40B4-BE49-F238E27FC236}">
                <a16:creationId xmlns:a16="http://schemas.microsoft.com/office/drawing/2014/main" id="{1B152DB6-BE42-DA52-D0D5-88461AA54A09}"/>
              </a:ext>
            </a:extLst>
          </p:cNvPr>
          <p:cNvSpPr txBox="1"/>
          <p:nvPr/>
        </p:nvSpPr>
        <p:spPr>
          <a:xfrm>
            <a:off x="1523999" y="1372032"/>
            <a:ext cx="2841522" cy="477054"/>
          </a:xfrm>
          <a:prstGeom prst="rect">
            <a:avLst/>
          </a:prstGeom>
          <a:noFill/>
        </p:spPr>
        <p:txBody>
          <a:bodyPr wrap="square" rtlCol="0">
            <a:spAutoFit/>
          </a:bodyPr>
          <a:lstStyle/>
          <a:p>
            <a:r>
              <a:rPr lang="en-US" sz="2500" dirty="0">
                <a:solidFill>
                  <a:srgbClr val="002060"/>
                </a:solidFill>
                <a:latin typeface="Times New Roman" panose="02020603050405020304" pitchFamily="18" charset="0"/>
                <a:cs typeface="Times New Roman" panose="02020603050405020304" pitchFamily="18" charset="0"/>
              </a:rPr>
              <a:t>Introduction</a:t>
            </a:r>
            <a:endParaRPr lang="en-IN" sz="2500"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97DF650-8BD0-E428-6E19-C4967CF0BDBE}"/>
              </a:ext>
            </a:extLst>
          </p:cNvPr>
          <p:cNvSpPr txBox="1"/>
          <p:nvPr/>
        </p:nvSpPr>
        <p:spPr>
          <a:xfrm>
            <a:off x="1523999" y="4580372"/>
            <a:ext cx="3602482" cy="1750736"/>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Submitted By: </a:t>
            </a:r>
          </a:p>
          <a:p>
            <a:pPr>
              <a:lnSpc>
                <a:spcPct val="150000"/>
              </a:lnSpc>
            </a:pPr>
            <a:r>
              <a:rPr lang="en-IN" dirty="0">
                <a:latin typeface="Times New Roman" panose="02020603050405020304" pitchFamily="18" charset="0"/>
                <a:cs typeface="Times New Roman" panose="02020603050405020304" pitchFamily="18" charset="0"/>
              </a:rPr>
              <a:t>Name: </a:t>
            </a:r>
            <a:r>
              <a:rPr lang="en-IN" dirty="0" err="1">
                <a:latin typeface="Times New Roman" panose="02020603050405020304" pitchFamily="18" charset="0"/>
                <a:cs typeface="Times New Roman" panose="02020603050405020304" pitchFamily="18" charset="0"/>
              </a:rPr>
              <a:t>Bandaru</a:t>
            </a:r>
            <a:r>
              <a:rPr lang="en-IN" dirty="0">
                <a:latin typeface="Times New Roman" panose="02020603050405020304" pitchFamily="18" charset="0"/>
                <a:cs typeface="Times New Roman" panose="02020603050405020304" pitchFamily="18" charset="0"/>
              </a:rPr>
              <a:t> Harika </a:t>
            </a:r>
            <a:r>
              <a:rPr lang="en-IN" dirty="0" err="1">
                <a:latin typeface="Times New Roman" panose="02020603050405020304" pitchFamily="18" charset="0"/>
                <a:cs typeface="Times New Roman" panose="02020603050405020304" pitchFamily="18" charset="0"/>
              </a:rPr>
              <a:t>Hasini</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Roll No: CA11202516329</a:t>
            </a:r>
          </a:p>
          <a:p>
            <a:pPr>
              <a:lnSpc>
                <a:spcPct val="150000"/>
              </a:lnSpc>
            </a:pPr>
            <a:r>
              <a:rPr lang="en-IN" dirty="0">
                <a:latin typeface="Times New Roman" panose="02020603050405020304" pitchFamily="18" charset="0"/>
                <a:cs typeface="Times New Roman" panose="02020603050405020304" pitchFamily="18" charset="0"/>
              </a:rPr>
              <a:t>Course: CDA</a:t>
            </a:r>
          </a:p>
        </p:txBody>
      </p:sp>
    </p:spTree>
    <p:extLst>
      <p:ext uri="{BB962C8B-B14F-4D97-AF65-F5344CB8AC3E}">
        <p14:creationId xmlns:p14="http://schemas.microsoft.com/office/powerpoint/2010/main" val="1701855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D217-266B-BB36-70B2-335134E084C2}"/>
              </a:ext>
            </a:extLst>
          </p:cNvPr>
          <p:cNvSpPr>
            <a:spLocks noGrp="1"/>
          </p:cNvSpPr>
          <p:nvPr>
            <p:ph type="ctrTitle"/>
          </p:nvPr>
        </p:nvSpPr>
        <p:spPr>
          <a:xfrm>
            <a:off x="2364658" y="474921"/>
            <a:ext cx="7462684" cy="527970"/>
          </a:xfrm>
          <a:ln w="19050">
            <a:solidFill>
              <a:schemeClr val="tx1"/>
            </a:solidFill>
          </a:ln>
        </p:spPr>
        <p:txBody>
          <a:bodyPr>
            <a:normAutofit/>
          </a:bodyPr>
          <a:lstStyle/>
          <a:p>
            <a:r>
              <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8B90A735-A782-D7A4-4FEA-E2D4CE5B33CF}"/>
              </a:ext>
            </a:extLst>
          </p:cNvPr>
          <p:cNvSpPr>
            <a:spLocks noGrp="1"/>
          </p:cNvSpPr>
          <p:nvPr>
            <p:ph type="subTitle" idx="1"/>
          </p:nvPr>
        </p:nvSpPr>
        <p:spPr>
          <a:xfrm>
            <a:off x="1238864" y="1318333"/>
            <a:ext cx="9930581" cy="1434700"/>
          </a:xfrm>
        </p:spPr>
        <p:txBody>
          <a:bodyPr>
            <a:normAutofit/>
          </a:bodyPr>
          <a:lstStyle/>
          <a:p>
            <a:pPr algn="l"/>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Objective</a:t>
            </a:r>
          </a:p>
          <a:p>
            <a:pPr algn="just">
              <a:lnSpc>
                <a:spcPct val="150000"/>
              </a:lnSpc>
            </a:pPr>
            <a:r>
              <a:rPr lang="en-IN" sz="1800" dirty="0"/>
              <a:t>Analyze customer shopping behavior using SQL, Python, and Power BI to identify business opportunities through customer segmentation.</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p>
        </p:txBody>
      </p:sp>
      <p:sp>
        <p:nvSpPr>
          <p:cNvPr id="5" name="TextBox 4">
            <a:extLst>
              <a:ext uri="{FF2B5EF4-FFF2-40B4-BE49-F238E27FC236}">
                <a16:creationId xmlns:a16="http://schemas.microsoft.com/office/drawing/2014/main" id="{AFA753EE-C1A2-BCAA-24D3-36DFAFA13ACC}"/>
              </a:ext>
            </a:extLst>
          </p:cNvPr>
          <p:cNvSpPr txBox="1"/>
          <p:nvPr/>
        </p:nvSpPr>
        <p:spPr>
          <a:xfrm>
            <a:off x="1150373" y="2940655"/>
            <a:ext cx="7138220" cy="2703945"/>
          </a:xfrm>
          <a:prstGeom prst="rect">
            <a:avLst/>
          </a:prstGeom>
          <a:noFill/>
        </p:spPr>
        <p:txBody>
          <a:bodyPr wrap="square" rtlCol="0">
            <a:spAutoFit/>
          </a:bodyPr>
          <a:lstStyle/>
          <a:p>
            <a:pPr>
              <a:lnSpc>
                <a:spcPct val="150000"/>
              </a:lnSpc>
            </a:pPr>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Business Problems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Identify product categories suitable for discounts.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Analyze card spending across different age groups.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Study seasonal and regional purchasing behavior.</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Segment customers into 3 or more groups using K-Means Clustering.</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Recommend targeted marketing strategies based on customer behavior.</a:t>
            </a:r>
          </a:p>
        </p:txBody>
      </p:sp>
    </p:spTree>
    <p:extLst>
      <p:ext uri="{BB962C8B-B14F-4D97-AF65-F5344CB8AC3E}">
        <p14:creationId xmlns:p14="http://schemas.microsoft.com/office/powerpoint/2010/main" val="1667207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02D1-5AFD-486E-AEDE-EEA391D13698}"/>
              </a:ext>
            </a:extLst>
          </p:cNvPr>
          <p:cNvSpPr>
            <a:spLocks noGrp="1"/>
          </p:cNvSpPr>
          <p:nvPr>
            <p:ph type="ctrTitle"/>
          </p:nvPr>
        </p:nvSpPr>
        <p:spPr>
          <a:xfrm>
            <a:off x="2394155" y="516194"/>
            <a:ext cx="7541342" cy="570271"/>
          </a:xfrm>
          <a:ln w="19050">
            <a:solidFill>
              <a:schemeClr val="tx1"/>
            </a:solidFill>
          </a:ln>
        </p:spPr>
        <p:txBody>
          <a:bodyPr>
            <a:normAutofit/>
          </a:bodyPr>
          <a:lstStyle/>
          <a:p>
            <a:r>
              <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DATASET OVERVIEW</a:t>
            </a:r>
          </a:p>
        </p:txBody>
      </p:sp>
      <p:sp>
        <p:nvSpPr>
          <p:cNvPr id="3" name="Subtitle 2">
            <a:extLst>
              <a:ext uri="{FF2B5EF4-FFF2-40B4-BE49-F238E27FC236}">
                <a16:creationId xmlns:a16="http://schemas.microsoft.com/office/drawing/2014/main" id="{9B45758F-CE7E-AF04-2DEC-CF0DD70E23FF}"/>
              </a:ext>
            </a:extLst>
          </p:cNvPr>
          <p:cNvSpPr>
            <a:spLocks noGrp="1"/>
          </p:cNvSpPr>
          <p:nvPr>
            <p:ph type="subTitle" idx="1"/>
          </p:nvPr>
        </p:nvSpPr>
        <p:spPr>
          <a:xfrm>
            <a:off x="1130710" y="1281624"/>
            <a:ext cx="9930580" cy="5060182"/>
          </a:xfrm>
        </p:spPr>
        <p:txBody>
          <a:bodyPr>
            <a:normAutofit/>
          </a:bodyPr>
          <a:lstStyle/>
          <a:p>
            <a:pPr algn="l">
              <a:lnSpc>
                <a:spcPct val="150000"/>
              </a:lnSpc>
            </a:pPr>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Dataset Description</a:t>
            </a:r>
          </a:p>
          <a:p>
            <a:pPr algn="just">
              <a:lnSpc>
                <a:spcPct val="150000"/>
              </a:lnSpc>
            </a:pPr>
            <a:r>
              <a:rPr lang="en-IN" sz="1800" dirty="0">
                <a:latin typeface="Times New Roman" panose="02020603050405020304" pitchFamily="18" charset="0"/>
                <a:cs typeface="Times New Roman" panose="02020603050405020304" pitchFamily="18" charset="0"/>
              </a:rPr>
              <a:t>The Customer Shopping Trends dataset contains 3,900 customer purchase records collected from the U.S. retail market. It includes customer demographics, purchase behavior, payment methods, seasonal trends, discounts, and shopping frequency. This dataset is used to analyze customer behavior, perform segmentation, and generate business insights.</a:t>
            </a:r>
          </a:p>
          <a:p>
            <a:pPr algn="just">
              <a:lnSpc>
                <a:spcPct val="150000"/>
              </a:lnSpc>
            </a:pPr>
            <a:r>
              <a:rPr lang="en-IN" sz="25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 Preparation</a:t>
            </a:r>
          </a:p>
          <a:p>
            <a:pPr algn="just">
              <a:lnSpc>
                <a:spcPct val="150000"/>
              </a:lnSpc>
            </a:pPr>
            <a:r>
              <a:rPr lang="en-IN" sz="1800" dirty="0">
                <a:latin typeface="Times New Roman" panose="02020603050405020304" pitchFamily="18" charset="0"/>
                <a:cs typeface="Times New Roman" panose="02020603050405020304" pitchFamily="18" charset="0"/>
              </a:rPr>
              <a:t>The dataset was prepared by checking for missing values, duplicate records, and data type inconsistencies to ensure data quality. Categorical variables were standardized, and age groups were created for better analysis and visualization. The cleaned dataset was then used for SQL analysis, Power BI dashboards, and K-Means clustering.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426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34221-61D4-3C5D-0CFA-EDCF3EFBE55A}"/>
              </a:ext>
            </a:extLst>
          </p:cNvPr>
          <p:cNvSpPr>
            <a:spLocks noGrp="1"/>
          </p:cNvSpPr>
          <p:nvPr>
            <p:ph idx="1"/>
          </p:nvPr>
        </p:nvSpPr>
        <p:spPr>
          <a:xfrm>
            <a:off x="838200" y="1777794"/>
            <a:ext cx="10515600" cy="4377199"/>
          </a:xfrm>
        </p:spPr>
        <p:txBody>
          <a:bodyPr>
            <a:normAutofit/>
          </a:bodyPr>
          <a:lstStyle/>
          <a:p>
            <a:pPr algn="just">
              <a:lnSpc>
                <a:spcPct val="150000"/>
              </a:lnSpc>
            </a:pPr>
            <a:r>
              <a:rPr lang="en-IN" sz="1800" b="1" dirty="0">
                <a:latin typeface="Times New Roman" panose="02020603050405020304" pitchFamily="18" charset="0"/>
                <a:cs typeface="Times New Roman" panose="02020603050405020304" pitchFamily="18" charset="0"/>
              </a:rPr>
              <a:t>SQL (MySQL):</a:t>
            </a:r>
            <a:r>
              <a:rPr lang="en-IN" sz="1800" dirty="0">
                <a:latin typeface="Times New Roman" panose="02020603050405020304" pitchFamily="18" charset="0"/>
                <a:cs typeface="Times New Roman" panose="02020603050405020304" pitchFamily="18" charset="0"/>
              </a:rPr>
              <a:t> Used to extract, query, and analyze customer shopping data.</a:t>
            </a:r>
          </a:p>
          <a:p>
            <a:pPr algn="just">
              <a:lnSpc>
                <a:spcPct val="150000"/>
              </a:lnSpc>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Used for data preprocessing, exploratory data analysis (EDA), and K-Means customer segmentation.</a:t>
            </a:r>
          </a:p>
          <a:p>
            <a:pPr algn="just">
              <a:lnSpc>
                <a:spcPct val="150000"/>
              </a:lnSpc>
            </a:pPr>
            <a:r>
              <a:rPr lang="en-IN" sz="1800" b="1" dirty="0">
                <a:latin typeface="Times New Roman" panose="02020603050405020304" pitchFamily="18" charset="0"/>
                <a:cs typeface="Times New Roman" panose="02020603050405020304" pitchFamily="18" charset="0"/>
              </a:rPr>
              <a:t>Power BI:</a:t>
            </a:r>
            <a:r>
              <a:rPr lang="en-IN" sz="1800" dirty="0">
                <a:latin typeface="Times New Roman" panose="02020603050405020304" pitchFamily="18" charset="0"/>
                <a:cs typeface="Times New Roman" panose="02020603050405020304" pitchFamily="18" charset="0"/>
              </a:rPr>
              <a:t> Used to build interactive dashboards and visualize KPIs, trends, and business insights.</a:t>
            </a:r>
          </a:p>
          <a:p>
            <a:pPr algn="just">
              <a:lnSpc>
                <a:spcPct val="150000"/>
              </a:lnSpc>
            </a:pPr>
            <a:r>
              <a:rPr lang="en-IN" sz="1800" b="1" dirty="0">
                <a:latin typeface="Times New Roman" panose="02020603050405020304" pitchFamily="18" charset="0"/>
                <a:cs typeface="Times New Roman" panose="02020603050405020304" pitchFamily="18" charset="0"/>
              </a:rPr>
              <a:t>Microsoft Excel:</a:t>
            </a:r>
            <a:r>
              <a:rPr lang="en-IN" sz="1800" dirty="0">
                <a:latin typeface="Times New Roman" panose="02020603050405020304" pitchFamily="18" charset="0"/>
                <a:cs typeface="Times New Roman" panose="02020603050405020304" pitchFamily="18" charset="0"/>
              </a:rPr>
              <a:t> Used for initial data inspection and basic validation before analysis.</a:t>
            </a:r>
          </a:p>
          <a:p>
            <a:pPr algn="just">
              <a:lnSpc>
                <a:spcPct val="150000"/>
              </a:lnSpc>
            </a:pPr>
            <a:r>
              <a:rPr lang="en-IN" sz="1800" b="1" dirty="0">
                <a:latin typeface="Times New Roman" panose="02020603050405020304" pitchFamily="18" charset="0"/>
                <a:cs typeface="Times New Roman" panose="02020603050405020304" pitchFamily="18" charset="0"/>
              </a:rPr>
              <a:t>Overall:</a:t>
            </a:r>
            <a:r>
              <a:rPr lang="en-IN" sz="1800" dirty="0">
                <a:latin typeface="Times New Roman" panose="02020603050405020304" pitchFamily="18" charset="0"/>
                <a:cs typeface="Times New Roman" panose="02020603050405020304" pitchFamily="18" charset="0"/>
              </a:rPr>
              <a:t> These tools were used together to clean, analyze, visualize, and segment customer data, enabling data-driven business recommendations and targeted marketing strategies.</a:t>
            </a:r>
          </a:p>
        </p:txBody>
      </p:sp>
      <p:sp>
        <p:nvSpPr>
          <p:cNvPr id="4" name="Rectangle 3">
            <a:extLst>
              <a:ext uri="{FF2B5EF4-FFF2-40B4-BE49-F238E27FC236}">
                <a16:creationId xmlns:a16="http://schemas.microsoft.com/office/drawing/2014/main" id="{EA66673D-392D-0B63-F79D-155C4083775B}"/>
              </a:ext>
            </a:extLst>
          </p:cNvPr>
          <p:cNvSpPr/>
          <p:nvPr/>
        </p:nvSpPr>
        <p:spPr>
          <a:xfrm>
            <a:off x="1327355" y="560436"/>
            <a:ext cx="9075174" cy="678428"/>
          </a:xfrm>
          <a:prstGeom prst="rect">
            <a:avLst/>
          </a:prstGeom>
          <a:solidFill>
            <a:schemeClr val="bg1"/>
          </a:solidFill>
          <a:ln w="1905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2060"/>
                </a:solidFill>
                <a:latin typeface="Times New Roman" panose="02020603050405020304" pitchFamily="18" charset="0"/>
                <a:cs typeface="Times New Roman" panose="02020603050405020304" pitchFamily="18" charset="0"/>
              </a:rPr>
              <a:t>TOOLS USED</a:t>
            </a:r>
            <a:endParaRPr lang="en-IN" sz="2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99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02F2B-B85D-7676-A986-E33BBF690B08}"/>
              </a:ext>
            </a:extLst>
          </p:cNvPr>
          <p:cNvSpPr>
            <a:spLocks noGrp="1"/>
          </p:cNvSpPr>
          <p:nvPr>
            <p:ph type="title"/>
          </p:nvPr>
        </p:nvSpPr>
        <p:spPr>
          <a:xfrm>
            <a:off x="1504335" y="331670"/>
            <a:ext cx="8632723" cy="559107"/>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 CLEANING</a:t>
            </a:r>
          </a:p>
        </p:txBody>
      </p:sp>
      <p:sp>
        <p:nvSpPr>
          <p:cNvPr id="35" name="Content Placeholder 34">
            <a:extLst>
              <a:ext uri="{FF2B5EF4-FFF2-40B4-BE49-F238E27FC236}">
                <a16:creationId xmlns:a16="http://schemas.microsoft.com/office/drawing/2014/main" id="{BB928350-2A95-F973-2D80-493FF456E727}"/>
              </a:ext>
            </a:extLst>
          </p:cNvPr>
          <p:cNvSpPr>
            <a:spLocks noGrp="1"/>
          </p:cNvSpPr>
          <p:nvPr>
            <p:ph idx="1"/>
          </p:nvPr>
        </p:nvSpPr>
        <p:spPr>
          <a:xfrm>
            <a:off x="838200" y="1032386"/>
            <a:ext cx="10515600" cy="5493943"/>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Data cleaning is a crucial step in the data analysis process that improves the quality, consistency, and reliability of the dataset. Before performing SQL analysis, creating Power BI dashboards, and applying the K-Means clustering algorithm, the customer shopping dataset was carefully examined and cleaned to eliminate inconsistencies and ensure accurate results.</a:t>
            </a:r>
          </a:p>
          <a:p>
            <a:pPr marL="0" indent="0" algn="just">
              <a:lnSpc>
                <a:spcPct val="150000"/>
              </a:lnSpc>
              <a:buNone/>
            </a:pPr>
            <a:r>
              <a:rPr lang="en-IN" sz="2500" dirty="0">
                <a:solidFill>
                  <a:srgbClr val="002060"/>
                </a:solidFill>
                <a:latin typeface="Times New Roman" panose="02020603050405020304" pitchFamily="18" charset="0"/>
                <a:cs typeface="Times New Roman" panose="02020603050405020304" pitchFamily="18" charset="0"/>
              </a:rPr>
              <a:t>Data Cleaning Process</a:t>
            </a: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Data Quality Check:</a:t>
            </a:r>
            <a:r>
              <a:rPr lang="en-IN" sz="1800" dirty="0">
                <a:latin typeface="Times New Roman" panose="02020603050405020304" pitchFamily="18" charset="0"/>
                <a:cs typeface="Times New Roman" panose="02020603050405020304" pitchFamily="18" charset="0"/>
              </a:rPr>
              <a:t> Verified the dataset for missing values, duplicate records, and validated data types to ensure data accuracy and consistency. </a:t>
            </a: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Data Transformation:</a:t>
            </a:r>
            <a:r>
              <a:rPr lang="en-IN" sz="1800" dirty="0">
                <a:latin typeface="Times New Roman" panose="02020603050405020304" pitchFamily="18" charset="0"/>
                <a:cs typeface="Times New Roman" panose="02020603050405020304" pitchFamily="18" charset="0"/>
              </a:rPr>
              <a:t> Standardized categorical values, created age groups, and selected relevant features for analysis and customer segmentation. </a:t>
            </a: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Data Validation:</a:t>
            </a:r>
            <a:r>
              <a:rPr lang="en-IN" sz="1800" dirty="0">
                <a:latin typeface="Times New Roman" panose="02020603050405020304" pitchFamily="18" charset="0"/>
                <a:cs typeface="Times New Roman" panose="02020603050405020304" pitchFamily="18" charset="0"/>
              </a:rPr>
              <a:t> Reviewed the cleaned dataset to ensure it was structured and ready for SQL analysis, Power BI dashboard creation, and K-Means clustering.</a:t>
            </a:r>
            <a:endParaRPr lang="en-IN" sz="1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14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ED91A-B095-54F7-CF0B-78F6C583F52D}"/>
              </a:ext>
            </a:extLst>
          </p:cNvPr>
          <p:cNvSpPr>
            <a:spLocks noGrp="1"/>
          </p:cNvSpPr>
          <p:nvPr>
            <p:ph type="title"/>
          </p:nvPr>
        </p:nvSpPr>
        <p:spPr>
          <a:xfrm>
            <a:off x="1455174" y="304800"/>
            <a:ext cx="9222658" cy="658762"/>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SQL ANALYSIS</a:t>
            </a:r>
          </a:p>
        </p:txBody>
      </p:sp>
      <p:sp>
        <p:nvSpPr>
          <p:cNvPr id="4" name="Content Placeholder 3">
            <a:extLst>
              <a:ext uri="{FF2B5EF4-FFF2-40B4-BE49-F238E27FC236}">
                <a16:creationId xmlns:a16="http://schemas.microsoft.com/office/drawing/2014/main" id="{FE0FFE76-8267-0420-600C-373B97FA17D3}"/>
              </a:ext>
            </a:extLst>
          </p:cNvPr>
          <p:cNvSpPr>
            <a:spLocks noGrp="1"/>
          </p:cNvSpPr>
          <p:nvPr>
            <p:ph idx="1"/>
          </p:nvPr>
        </p:nvSpPr>
        <p:spPr>
          <a:xfrm>
            <a:off x="838200" y="1451998"/>
            <a:ext cx="10515600" cy="4860311"/>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SQL was used to extract, organize, and analyze customer shopping data stored in the database. Various SQL queries were executed to identify purchasing patterns, customer preferences, and business trends. The analysis helped transform raw transactional data into meaningful insights that support data-driven decision-making.</a:t>
            </a:r>
          </a:p>
          <a:p>
            <a:pPr marL="0" indent="0" algn="just">
              <a:lnSpc>
                <a:spcPct val="150000"/>
              </a:lnSpc>
              <a:buNone/>
            </a:pPr>
            <a:r>
              <a:rPr lang="en-IN" sz="2500" dirty="0">
                <a:solidFill>
                  <a:srgbClr val="002060"/>
                </a:solidFill>
                <a:latin typeface="Times New Roman" panose="02020603050405020304" pitchFamily="18" charset="0"/>
                <a:cs typeface="Times New Roman" panose="02020603050405020304" pitchFamily="18" charset="0"/>
              </a:rPr>
              <a:t>Analysis Performed</a:t>
            </a:r>
          </a:p>
          <a:p>
            <a:pPr algn="just">
              <a:lnSpc>
                <a:spcPct val="150000"/>
              </a:lnSpc>
            </a:pPr>
            <a:r>
              <a:rPr lang="en-IN" sz="1800" dirty="0">
                <a:latin typeface="Times New Roman" panose="02020603050405020304" pitchFamily="18" charset="0"/>
                <a:cs typeface="Times New Roman" panose="02020603050405020304" pitchFamily="18" charset="0"/>
              </a:rPr>
              <a:t>Analyzed revenue by product category, season, and location. </a:t>
            </a:r>
          </a:p>
          <a:p>
            <a:pPr algn="just">
              <a:lnSpc>
                <a:spcPct val="150000"/>
              </a:lnSpc>
            </a:pPr>
            <a:r>
              <a:rPr lang="en-IN" sz="1800" dirty="0">
                <a:latin typeface="Times New Roman" panose="02020603050405020304" pitchFamily="18" charset="0"/>
                <a:cs typeface="Times New Roman" panose="02020603050405020304" pitchFamily="18" charset="0"/>
              </a:rPr>
              <a:t>Examined customer spending by age group and payment method. </a:t>
            </a:r>
          </a:p>
          <a:p>
            <a:pPr algn="just">
              <a:lnSpc>
                <a:spcPct val="150000"/>
              </a:lnSpc>
            </a:pPr>
            <a:r>
              <a:rPr lang="en-IN" sz="1800" dirty="0">
                <a:latin typeface="Times New Roman" panose="02020603050405020304" pitchFamily="18" charset="0"/>
                <a:cs typeface="Times New Roman" panose="02020603050405020304" pitchFamily="18" charset="0"/>
              </a:rPr>
              <a:t>Evaluated the impact of discounts, promo codes, and subscription status. </a:t>
            </a:r>
          </a:p>
          <a:p>
            <a:pPr algn="just">
              <a:lnSpc>
                <a:spcPct val="150000"/>
              </a:lnSpc>
            </a:pPr>
            <a:r>
              <a:rPr lang="en-IN" sz="1800" dirty="0">
                <a:latin typeface="Times New Roman" panose="02020603050405020304" pitchFamily="18" charset="0"/>
                <a:cs typeface="Times New Roman" panose="02020603050405020304" pitchFamily="18" charset="0"/>
              </a:rPr>
              <a:t>Calculated key metrics such as total revenue, average purchase amount, and customer count. </a:t>
            </a:r>
          </a:p>
          <a:p>
            <a:pPr algn="just">
              <a:lnSpc>
                <a:spcPct val="150000"/>
              </a:lnSpc>
            </a:pPr>
            <a:r>
              <a:rPr lang="en-IN" sz="1800" dirty="0">
                <a:latin typeface="Times New Roman" panose="02020603050405020304" pitchFamily="18" charset="0"/>
                <a:cs typeface="Times New Roman" panose="02020603050405020304" pitchFamily="18" charset="0"/>
              </a:rPr>
              <a:t>Identified business insights to support customer segmentation and marketing strategies.</a:t>
            </a:r>
            <a:endParaRPr lang="en-IN" sz="1800" dirty="0">
              <a:solidFill>
                <a:srgbClr val="00206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IN" sz="25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721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FD707-1D7E-58C4-9D8F-47F4F3F06E07}"/>
              </a:ext>
            </a:extLst>
          </p:cNvPr>
          <p:cNvSpPr>
            <a:spLocks noGrp="1"/>
          </p:cNvSpPr>
          <p:nvPr>
            <p:ph type="title"/>
          </p:nvPr>
        </p:nvSpPr>
        <p:spPr>
          <a:xfrm>
            <a:off x="1799303" y="365126"/>
            <a:ext cx="8652388" cy="549274"/>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SHOPPING TRENDS DASHBOARD</a:t>
            </a:r>
          </a:p>
        </p:txBody>
      </p:sp>
      <p:sp>
        <p:nvSpPr>
          <p:cNvPr id="4" name="Content Placeholder 3">
            <a:extLst>
              <a:ext uri="{FF2B5EF4-FFF2-40B4-BE49-F238E27FC236}">
                <a16:creationId xmlns:a16="http://schemas.microsoft.com/office/drawing/2014/main" id="{80BF0C0A-3984-96DD-8179-27031EC09A66}"/>
              </a:ext>
            </a:extLst>
          </p:cNvPr>
          <p:cNvSpPr>
            <a:spLocks noGrp="1"/>
          </p:cNvSpPr>
          <p:nvPr>
            <p:ph idx="1"/>
          </p:nvPr>
        </p:nvSpPr>
        <p:spPr>
          <a:xfrm>
            <a:off x="838200" y="1219200"/>
            <a:ext cx="10515600" cy="4957763"/>
          </a:xfrm>
        </p:spPr>
        <p:txBody>
          <a:bodyPr>
            <a:normAutofit/>
          </a:bodyPr>
          <a:lstStyle/>
          <a:p>
            <a:pPr marL="0" indent="0" algn="just">
              <a:lnSpc>
                <a:spcPct val="150000"/>
              </a:lnSpc>
              <a:buNone/>
            </a:pPr>
            <a:r>
              <a:rPr lang="en-IN" sz="2500" dirty="0">
                <a:solidFill>
                  <a:srgbClr val="002060"/>
                </a:solidFill>
                <a:latin typeface="Times New Roman" panose="02020603050405020304" pitchFamily="18" charset="0"/>
                <a:cs typeface="Times New Roman" panose="02020603050405020304" pitchFamily="18" charset="0"/>
              </a:rPr>
              <a:t>Interactive Dashboard Overview</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The interactive Power BI dashboard provides a comprehensive overview of customer shopping trends and overall business performance. It combines key performance indicators (KPIs), charts, maps, and interactive filters to analyze customer demographics, purchasing behavior, seasonal sales, product category performance, and payment preferences. The dashboard helps identify high-performing products, customer spending patterns, and regional sales trends, enabling users to monitor business performance effectively. By presenting data through clear and meaningful visualizations, it supports data-driven decision-making, improves customer understanding, and assists businesses in developing targeted marketing strategies and enhancing overall sales performance.</a:t>
            </a:r>
          </a:p>
        </p:txBody>
      </p:sp>
    </p:spTree>
    <p:extLst>
      <p:ext uri="{BB962C8B-B14F-4D97-AF65-F5344CB8AC3E}">
        <p14:creationId xmlns:p14="http://schemas.microsoft.com/office/powerpoint/2010/main" val="4179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A5828-C4EB-1AAA-7FFE-C7398E0784D6}"/>
              </a:ext>
            </a:extLst>
          </p:cNvPr>
          <p:cNvSpPr>
            <a:spLocks noGrp="1"/>
          </p:cNvSpPr>
          <p:nvPr>
            <p:ph type="title"/>
          </p:nvPr>
        </p:nvSpPr>
        <p:spPr>
          <a:xfrm>
            <a:off x="1007806" y="196997"/>
            <a:ext cx="10176387" cy="560086"/>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SHOPPING TRENDS DASHBOARD</a:t>
            </a:r>
          </a:p>
        </p:txBody>
      </p:sp>
      <p:sp>
        <p:nvSpPr>
          <p:cNvPr id="8" name="Content Placeholder 7">
            <a:extLst>
              <a:ext uri="{FF2B5EF4-FFF2-40B4-BE49-F238E27FC236}">
                <a16:creationId xmlns:a16="http://schemas.microsoft.com/office/drawing/2014/main" id="{4D6408FA-6792-4EC4-ABA4-2BC800DBF1FB}"/>
              </a:ext>
            </a:extLst>
          </p:cNvPr>
          <p:cNvSpPr txBox="1">
            <a:spLocks noGrp="1"/>
          </p:cNvSpPr>
          <p:nvPr>
            <p:ph idx="1"/>
          </p:nvPr>
        </p:nvSpPr>
        <p:spPr>
          <a:xfrm>
            <a:off x="481781" y="757083"/>
            <a:ext cx="11503742" cy="5935599"/>
          </a:xfrm>
          <a:prstGeom prst="rect">
            <a:avLst/>
          </a:prstGeom>
          <a:noFill/>
        </p:spPr>
        <p:txBody>
          <a:bodyPr wrap="square" rtlCol="0">
            <a:spAutoFit/>
          </a:bodyPr>
          <a:lstStyle/>
          <a:p>
            <a:pPr marL="0" indent="0">
              <a:lnSpc>
                <a:spcPct val="150000"/>
              </a:lnSpc>
              <a:buNone/>
            </a:pPr>
            <a:r>
              <a:rPr lang="en-IN" sz="2500" dirty="0">
                <a:solidFill>
                  <a:srgbClr val="002060"/>
                </a:solidFill>
                <a:latin typeface="Times New Roman" panose="02020603050405020304" pitchFamily="18" charset="0"/>
                <a:cs typeface="Times New Roman" panose="02020603050405020304" pitchFamily="18" charset="0"/>
              </a:rPr>
              <a:t>DASHBOARD COMPONENTS</a:t>
            </a:r>
          </a:p>
          <a:p>
            <a:pPr marL="0" indent="0">
              <a:lnSpc>
                <a:spcPct val="150000"/>
              </a:lnSpc>
              <a:buNone/>
            </a:pPr>
            <a:r>
              <a:rPr lang="en-IN" sz="1800" dirty="0">
                <a:latin typeface="Times New Roman" panose="02020603050405020304" pitchFamily="18" charset="0"/>
                <a:cs typeface="Times New Roman" panose="02020603050405020304" pitchFamily="18" charset="0"/>
              </a:rPr>
              <a:t>The chart illustrates the top industries actively recruiting Data Science professionals. Biotech and Pharmaceuticals lead the hiring market, followed by Insurance, Computer Hardware and Software, IT Services, and Healthcare organizations.</a:t>
            </a:r>
          </a:p>
          <a:p>
            <a:pPr>
              <a:lnSpc>
                <a:spcPct val="150000"/>
              </a:lnSpc>
            </a:pPr>
            <a:r>
              <a:rPr lang="en-IN" sz="1800" b="1" dirty="0"/>
              <a:t>KPI Cards:</a:t>
            </a:r>
            <a:r>
              <a:rPr lang="en-IN" sz="1800" dirty="0"/>
              <a:t> Displays Total Customers, Revenue, Average Spend, Rating, Age, and Purchases. </a:t>
            </a:r>
          </a:p>
          <a:p>
            <a:pPr>
              <a:lnSpc>
                <a:spcPct val="150000"/>
              </a:lnSpc>
            </a:pPr>
            <a:r>
              <a:rPr lang="en-IN" sz="1800" b="1" dirty="0"/>
              <a:t>Category Analysis:</a:t>
            </a:r>
            <a:r>
              <a:rPr lang="en-IN" sz="1800" dirty="0"/>
              <a:t> Shows revenue across different product categories. </a:t>
            </a:r>
          </a:p>
          <a:p>
            <a:pPr>
              <a:lnSpc>
                <a:spcPct val="150000"/>
              </a:lnSpc>
            </a:pPr>
            <a:r>
              <a:rPr lang="en-IN" sz="1800" b="1" dirty="0"/>
              <a:t>Age Group Analysis:</a:t>
            </a:r>
            <a:r>
              <a:rPr lang="en-IN" sz="1800" dirty="0"/>
              <a:t> Compares average spending by customer age groups. </a:t>
            </a:r>
          </a:p>
          <a:p>
            <a:pPr>
              <a:lnSpc>
                <a:spcPct val="150000"/>
              </a:lnSpc>
            </a:pPr>
            <a:r>
              <a:rPr lang="en-IN" sz="1800" b="1" dirty="0"/>
              <a:t>Seasonal Analysis:</a:t>
            </a:r>
            <a:r>
              <a:rPr lang="en-IN" sz="1800" dirty="0"/>
              <a:t> Displays sales performance across all seasons. </a:t>
            </a:r>
          </a:p>
          <a:p>
            <a:pPr>
              <a:lnSpc>
                <a:spcPct val="150000"/>
              </a:lnSpc>
            </a:pPr>
            <a:r>
              <a:rPr lang="en-IN" sz="1800" b="1" dirty="0"/>
              <a:t>Location Analysis:</a:t>
            </a:r>
            <a:r>
              <a:rPr lang="en-IN" sz="1800" dirty="0"/>
              <a:t> Visualizes revenue distribution by location. </a:t>
            </a:r>
          </a:p>
          <a:p>
            <a:pPr>
              <a:lnSpc>
                <a:spcPct val="150000"/>
              </a:lnSpc>
            </a:pPr>
            <a:r>
              <a:rPr lang="en-IN" sz="1800" b="1" dirty="0"/>
              <a:t>Payment Method Analysis:</a:t>
            </a:r>
            <a:r>
              <a:rPr lang="en-IN" sz="1800" dirty="0"/>
              <a:t> Shows customer payment preferences. </a:t>
            </a:r>
          </a:p>
          <a:p>
            <a:pPr>
              <a:lnSpc>
                <a:spcPct val="150000"/>
              </a:lnSpc>
            </a:pPr>
            <a:r>
              <a:rPr lang="en-IN" sz="1800" b="1" dirty="0"/>
              <a:t>Purchase Frequency:</a:t>
            </a:r>
            <a:r>
              <a:rPr lang="en-IN" sz="1800" dirty="0"/>
              <a:t> Analyzes customer shopping frequency. </a:t>
            </a:r>
          </a:p>
          <a:p>
            <a:pPr>
              <a:lnSpc>
                <a:spcPct val="150000"/>
              </a:lnSpc>
            </a:pPr>
            <a:r>
              <a:rPr lang="en-IN" sz="1800" b="1" dirty="0"/>
              <a:t>Interactive Filters:</a:t>
            </a:r>
            <a:r>
              <a:rPr lang="en-IN" sz="1800" dirty="0"/>
              <a:t> Enables filtering by Category, Gender, and Season.</a:t>
            </a:r>
          </a:p>
        </p:txBody>
      </p:sp>
    </p:spTree>
    <p:extLst>
      <p:ext uri="{BB962C8B-B14F-4D97-AF65-F5344CB8AC3E}">
        <p14:creationId xmlns:p14="http://schemas.microsoft.com/office/powerpoint/2010/main" val="2305500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8ED8C-A78E-4DB5-E947-0BD3BD4EFF68}"/>
              </a:ext>
            </a:extLst>
          </p:cNvPr>
          <p:cNvSpPr>
            <a:spLocks noGrp="1"/>
          </p:cNvSpPr>
          <p:nvPr>
            <p:ph type="title"/>
          </p:nvPr>
        </p:nvSpPr>
        <p:spPr>
          <a:xfrm>
            <a:off x="1229032" y="464511"/>
            <a:ext cx="9901084" cy="518715"/>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SHOPPING TRENDS DASHBOARD</a:t>
            </a:r>
          </a:p>
        </p:txBody>
      </p:sp>
      <p:pic>
        <p:nvPicPr>
          <p:cNvPr id="8" name="Content Placeholder 7">
            <a:extLst>
              <a:ext uri="{FF2B5EF4-FFF2-40B4-BE49-F238E27FC236}">
                <a16:creationId xmlns:a16="http://schemas.microsoft.com/office/drawing/2014/main" id="{86F05FFE-6254-8D8E-E339-EFD00AE3F2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4065" y="1219200"/>
            <a:ext cx="10687664" cy="5174289"/>
          </a:xfrm>
          <a:prstGeom prst="rect">
            <a:avLst/>
          </a:prstGeom>
        </p:spPr>
      </p:pic>
    </p:spTree>
    <p:extLst>
      <p:ext uri="{BB962C8B-B14F-4D97-AF65-F5344CB8AC3E}">
        <p14:creationId xmlns:p14="http://schemas.microsoft.com/office/powerpoint/2010/main" val="2444087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E17D-4B43-0A5D-B4D5-1ED1211845A5}"/>
              </a:ext>
            </a:extLst>
          </p:cNvPr>
          <p:cNvSpPr>
            <a:spLocks noGrp="1"/>
          </p:cNvSpPr>
          <p:nvPr>
            <p:ph type="title"/>
          </p:nvPr>
        </p:nvSpPr>
        <p:spPr>
          <a:xfrm>
            <a:off x="1341625" y="515222"/>
            <a:ext cx="9306711" cy="519777"/>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SEGMENTATION &amp; BUSINESS INSIGHTS</a:t>
            </a:r>
          </a:p>
        </p:txBody>
      </p:sp>
      <p:sp>
        <p:nvSpPr>
          <p:cNvPr id="4" name="Content Placeholder 3">
            <a:extLst>
              <a:ext uri="{FF2B5EF4-FFF2-40B4-BE49-F238E27FC236}">
                <a16:creationId xmlns:a16="http://schemas.microsoft.com/office/drawing/2014/main" id="{766DFB1F-D7D0-AD2E-2018-8EDF03018607}"/>
              </a:ext>
            </a:extLst>
          </p:cNvPr>
          <p:cNvSpPr>
            <a:spLocks noGrp="1"/>
          </p:cNvSpPr>
          <p:nvPr>
            <p:ph idx="1"/>
          </p:nvPr>
        </p:nvSpPr>
        <p:spPr>
          <a:xfrm>
            <a:off x="838200" y="1687973"/>
            <a:ext cx="10515600" cy="4351338"/>
          </a:xfrm>
        </p:spPr>
        <p:txBody>
          <a:bodyPr>
            <a:normAutofit/>
          </a:bodyPr>
          <a:lstStyle/>
          <a:p>
            <a:pPr marL="0" indent="0">
              <a:buNone/>
            </a:pPr>
            <a:r>
              <a:rPr lang="en-IN" sz="2500" b="1" dirty="0">
                <a:solidFill>
                  <a:srgbClr val="002060"/>
                </a:solidFill>
                <a:latin typeface="Times New Roman" panose="02020603050405020304" pitchFamily="18" charset="0"/>
                <a:cs typeface="Times New Roman" panose="02020603050405020304" pitchFamily="18" charset="0"/>
              </a:rPr>
              <a:t>Interactive Dashboard Overview</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The Customer Segmentation &amp; Business Insights dashboard provides a comprehensive and interactive view of customer behavior, shopping trends, and overall business performance. It combines customer segmentation results with key business metrics to help identify purchasing patterns, spending habits, and customer preferences. Interactive charts, KPIs, maps, and slicers enable users to analyze customer clusters, product category performance, seasonal sales, payment methods, and regional trends. The dashboard also highlights high-value customers, evaluates the effectiveness of promotional strategies, and supports data-driven decision-making. These insights help businesses develop personalized marketing campaigns, improve customer retention, optimize sales strategies, and drive sustainable business growth.</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574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5FCC-6F0A-271D-C779-9C061AF4E0C0}"/>
              </a:ext>
            </a:extLst>
          </p:cNvPr>
          <p:cNvSpPr>
            <a:spLocks noGrp="1"/>
          </p:cNvSpPr>
          <p:nvPr>
            <p:ph type="title"/>
          </p:nvPr>
        </p:nvSpPr>
        <p:spPr>
          <a:xfrm>
            <a:off x="1415845" y="242221"/>
            <a:ext cx="9360309" cy="470617"/>
          </a:xfrm>
          <a:ln w="19050">
            <a:solidFill>
              <a:schemeClr val="tx1"/>
            </a:solidFill>
          </a:ln>
        </p:spPr>
        <p:txBody>
          <a:bodyPr>
            <a:no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SEGMENTATION &amp; BUSINESS INSIGHTS</a:t>
            </a:r>
          </a:p>
        </p:txBody>
      </p:sp>
      <p:sp>
        <p:nvSpPr>
          <p:cNvPr id="4" name="Content Placeholder 3">
            <a:extLst>
              <a:ext uri="{FF2B5EF4-FFF2-40B4-BE49-F238E27FC236}">
                <a16:creationId xmlns:a16="http://schemas.microsoft.com/office/drawing/2014/main" id="{49E6852A-E9D7-1FB8-36AF-C1721D30FFAC}"/>
              </a:ext>
            </a:extLst>
          </p:cNvPr>
          <p:cNvSpPr>
            <a:spLocks noGrp="1"/>
          </p:cNvSpPr>
          <p:nvPr>
            <p:ph idx="1"/>
          </p:nvPr>
        </p:nvSpPr>
        <p:spPr>
          <a:xfrm>
            <a:off x="540775" y="884903"/>
            <a:ext cx="11257934" cy="5407742"/>
          </a:xfrm>
        </p:spPr>
        <p:txBody>
          <a:bodyPr>
            <a:normAutofit fontScale="92500" lnSpcReduction="10000"/>
          </a:bodyPr>
          <a:lstStyle/>
          <a:p>
            <a:pPr marL="0" indent="0" algn="just">
              <a:lnSpc>
                <a:spcPct val="110000"/>
              </a:lnSpc>
              <a:buNone/>
            </a:pPr>
            <a:r>
              <a:rPr lang="en-IN" sz="2500" b="1" dirty="0">
                <a:solidFill>
                  <a:srgbClr val="002060"/>
                </a:solidFill>
                <a:latin typeface="Times New Roman" panose="02020603050405020304" pitchFamily="18" charset="0"/>
                <a:cs typeface="Times New Roman" panose="02020603050405020304" pitchFamily="18" charset="0"/>
              </a:rPr>
              <a:t>Dashboard Components</a:t>
            </a:r>
          </a:p>
          <a:p>
            <a:pPr algn="just">
              <a:lnSpc>
                <a:spcPct val="150000"/>
              </a:lnSpc>
            </a:pPr>
            <a:r>
              <a:rPr lang="en-IN" sz="1800" b="1" dirty="0">
                <a:latin typeface="Times New Roman" panose="02020603050405020304" pitchFamily="18" charset="0"/>
                <a:cs typeface="Times New Roman" panose="02020603050405020304" pitchFamily="18" charset="0"/>
              </a:rPr>
              <a:t>KPI Cards:</a:t>
            </a:r>
            <a:r>
              <a:rPr lang="en-IN" sz="1800" dirty="0">
                <a:latin typeface="Times New Roman" panose="02020603050405020304" pitchFamily="18" charset="0"/>
                <a:cs typeface="Times New Roman" panose="02020603050405020304" pitchFamily="18" charset="0"/>
              </a:rPr>
              <a:t> Displays Total Customers, Total Revenue, Average Purchase Amount, Average Rating, and Average Previous Purchases. </a:t>
            </a:r>
          </a:p>
          <a:p>
            <a:pPr algn="just">
              <a:lnSpc>
                <a:spcPct val="150000"/>
              </a:lnSpc>
            </a:pPr>
            <a:r>
              <a:rPr lang="en-IN" sz="1800" b="1" dirty="0">
                <a:latin typeface="Times New Roman" panose="02020603050405020304" pitchFamily="18" charset="0"/>
                <a:cs typeface="Times New Roman" panose="02020603050405020304" pitchFamily="18" charset="0"/>
              </a:rPr>
              <a:t>Customer Segmentation:</a:t>
            </a:r>
            <a:r>
              <a:rPr lang="en-IN" sz="1800" dirty="0">
                <a:latin typeface="Times New Roman" panose="02020603050405020304" pitchFamily="18" charset="0"/>
                <a:cs typeface="Times New Roman" panose="02020603050405020304" pitchFamily="18" charset="0"/>
              </a:rPr>
              <a:t> Visualizes customer groups (Budget, Regular, and Premium) based on purchasing behavior using K-Means clustering. </a:t>
            </a:r>
          </a:p>
          <a:p>
            <a:pPr algn="just">
              <a:lnSpc>
                <a:spcPct val="150000"/>
              </a:lnSpc>
            </a:pPr>
            <a:r>
              <a:rPr lang="en-IN" sz="1800" b="1" dirty="0">
                <a:latin typeface="Times New Roman" panose="02020603050405020304" pitchFamily="18" charset="0"/>
                <a:cs typeface="Times New Roman" panose="02020603050405020304" pitchFamily="18" charset="0"/>
              </a:rPr>
              <a:t>Spending Analysis:</a:t>
            </a:r>
            <a:r>
              <a:rPr lang="en-IN" sz="1800" dirty="0">
                <a:latin typeface="Times New Roman" panose="02020603050405020304" pitchFamily="18" charset="0"/>
                <a:cs typeface="Times New Roman" panose="02020603050405020304" pitchFamily="18" charset="0"/>
              </a:rPr>
              <a:t> Shows customer spending patterns across different age groups and payment methods. </a:t>
            </a:r>
          </a:p>
          <a:p>
            <a:pPr algn="just">
              <a:lnSpc>
                <a:spcPct val="150000"/>
              </a:lnSpc>
            </a:pPr>
            <a:r>
              <a:rPr lang="en-IN" sz="1800" b="1" dirty="0">
                <a:latin typeface="Times New Roman" panose="02020603050405020304" pitchFamily="18" charset="0"/>
                <a:cs typeface="Times New Roman" panose="02020603050405020304" pitchFamily="18" charset="0"/>
              </a:rPr>
              <a:t>Category &amp; Seasonal Analysis:</a:t>
            </a:r>
            <a:r>
              <a:rPr lang="en-IN" sz="1800" dirty="0">
                <a:latin typeface="Times New Roman" panose="02020603050405020304" pitchFamily="18" charset="0"/>
                <a:cs typeface="Times New Roman" panose="02020603050405020304" pitchFamily="18" charset="0"/>
              </a:rPr>
              <a:t> Highlights product category performance and sales trends across different seasons. </a:t>
            </a:r>
          </a:p>
          <a:p>
            <a:pPr algn="just">
              <a:lnSpc>
                <a:spcPct val="150000"/>
              </a:lnSpc>
            </a:pPr>
            <a:r>
              <a:rPr lang="en-IN" sz="1800" b="1" dirty="0">
                <a:latin typeface="Times New Roman" panose="02020603050405020304" pitchFamily="18" charset="0"/>
                <a:cs typeface="Times New Roman" panose="02020603050405020304" pitchFamily="18" charset="0"/>
              </a:rPr>
              <a:t>Geographical Analysis:</a:t>
            </a:r>
            <a:r>
              <a:rPr lang="en-IN" sz="1800" dirty="0">
                <a:latin typeface="Times New Roman" panose="02020603050405020304" pitchFamily="18" charset="0"/>
                <a:cs typeface="Times New Roman" panose="02020603050405020304" pitchFamily="18" charset="0"/>
              </a:rPr>
              <a:t> Displays revenue distribution across various locations to identify high-performing regions. </a:t>
            </a:r>
          </a:p>
          <a:p>
            <a:pPr algn="just">
              <a:lnSpc>
                <a:spcPct val="150000"/>
              </a:lnSpc>
            </a:pPr>
            <a:r>
              <a:rPr lang="en-IN" sz="1800" b="1" dirty="0">
                <a:latin typeface="Times New Roman" panose="02020603050405020304" pitchFamily="18" charset="0"/>
                <a:cs typeface="Times New Roman" panose="02020603050405020304" pitchFamily="18" charset="0"/>
              </a:rPr>
              <a:t>Business Insights:</a:t>
            </a:r>
            <a:r>
              <a:rPr lang="en-IN" sz="1800" dirty="0">
                <a:latin typeface="Times New Roman" panose="02020603050405020304" pitchFamily="18" charset="0"/>
                <a:cs typeface="Times New Roman" panose="02020603050405020304" pitchFamily="18" charset="0"/>
              </a:rPr>
              <a:t> Presents key findings on customer loyalty, shopping frequency, subscription status, and promotional effectiveness. </a:t>
            </a:r>
          </a:p>
          <a:p>
            <a:pPr algn="just">
              <a:lnSpc>
                <a:spcPct val="150000"/>
              </a:lnSpc>
            </a:pPr>
            <a:r>
              <a:rPr lang="en-IN" sz="1800" b="1" dirty="0">
                <a:latin typeface="Times New Roman" panose="02020603050405020304" pitchFamily="18" charset="0"/>
                <a:cs typeface="Times New Roman" panose="02020603050405020304" pitchFamily="18" charset="0"/>
              </a:rPr>
              <a:t>Interactive Filters:</a:t>
            </a:r>
            <a:r>
              <a:rPr lang="en-IN" sz="1800" dirty="0">
                <a:latin typeface="Times New Roman" panose="02020603050405020304" pitchFamily="18" charset="0"/>
                <a:cs typeface="Times New Roman" panose="02020603050405020304" pitchFamily="18" charset="0"/>
              </a:rPr>
              <a:t> Allows users to filter data by Category, Gender, Season, Payment Method, and Customer Segment for detailed analysis.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4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460B0-A648-C8E4-5596-95BD0F44E8C5}"/>
              </a:ext>
            </a:extLst>
          </p:cNvPr>
          <p:cNvSpPr>
            <a:spLocks noGrp="1"/>
          </p:cNvSpPr>
          <p:nvPr>
            <p:ph type="title"/>
          </p:nvPr>
        </p:nvSpPr>
        <p:spPr>
          <a:xfrm>
            <a:off x="1229032" y="433951"/>
            <a:ext cx="9733936" cy="421456"/>
          </a:xfrm>
          <a:ln w="19050">
            <a:solidFill>
              <a:schemeClr val="tx1"/>
            </a:solidFill>
          </a:ln>
        </p:spPr>
        <p:txBody>
          <a:bodyPr>
            <a:no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SEGMENTATION &amp; BUSINESS INSIGHTS</a:t>
            </a:r>
          </a:p>
        </p:txBody>
      </p:sp>
      <p:pic>
        <p:nvPicPr>
          <p:cNvPr id="5" name="Content Placeholder 4">
            <a:extLst>
              <a:ext uri="{FF2B5EF4-FFF2-40B4-BE49-F238E27FC236}">
                <a16:creationId xmlns:a16="http://schemas.microsoft.com/office/drawing/2014/main" id="{51C5CA8C-72A7-5F76-A08E-BCA92E83AE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582" y="1199536"/>
            <a:ext cx="10589342" cy="5126190"/>
          </a:xfrm>
          <a:prstGeom prst="rect">
            <a:avLst/>
          </a:prstGeom>
        </p:spPr>
      </p:pic>
    </p:spTree>
    <p:extLst>
      <p:ext uri="{BB962C8B-B14F-4D97-AF65-F5344CB8AC3E}">
        <p14:creationId xmlns:p14="http://schemas.microsoft.com/office/powerpoint/2010/main" val="1660358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B212F-4352-3434-B4F9-68E207F129D8}"/>
              </a:ext>
            </a:extLst>
          </p:cNvPr>
          <p:cNvSpPr>
            <a:spLocks noGrp="1"/>
          </p:cNvSpPr>
          <p:nvPr>
            <p:ph type="title"/>
          </p:nvPr>
        </p:nvSpPr>
        <p:spPr>
          <a:xfrm>
            <a:off x="1799303" y="211395"/>
            <a:ext cx="8947355" cy="578771"/>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Customer Segmentation (</a:t>
            </a:r>
            <a:r>
              <a:rPr lang="en-IN" sz="2300" b="1" dirty="0">
                <a:solidFill>
                  <a:srgbClr val="002060"/>
                </a:solidFill>
                <a:latin typeface="Times New Roman" panose="02020603050405020304" pitchFamily="18" charset="0"/>
                <a:cs typeface="Times New Roman" panose="02020603050405020304" pitchFamily="18" charset="0"/>
              </a:rPr>
              <a:t>K-Means Clustering</a:t>
            </a:r>
            <a:r>
              <a:rPr lang="en-IN" sz="2800" b="1" dirty="0">
                <a:solidFill>
                  <a:srgbClr val="002060"/>
                </a:solidFill>
                <a:latin typeface="Times New Roman" panose="02020603050405020304" pitchFamily="18"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F89A34CA-B27C-74D4-3A42-E73C4C99C038}"/>
              </a:ext>
            </a:extLst>
          </p:cNvPr>
          <p:cNvSpPr>
            <a:spLocks noGrp="1"/>
          </p:cNvSpPr>
          <p:nvPr>
            <p:ph idx="1"/>
          </p:nvPr>
        </p:nvSpPr>
        <p:spPr>
          <a:xfrm>
            <a:off x="471947" y="934065"/>
            <a:ext cx="11395587" cy="5712540"/>
          </a:xfrm>
        </p:spPr>
        <p:txBody>
          <a:bodyPr>
            <a:normAutofit fontScale="77500" lnSpcReduction="20000"/>
          </a:bodyPr>
          <a:lstStyle/>
          <a:p>
            <a:pPr marL="0" indent="0">
              <a:buNone/>
            </a:pPr>
            <a:r>
              <a:rPr lang="en-IN" sz="2500" b="1" dirty="0">
                <a:solidFill>
                  <a:srgbClr val="002060"/>
                </a:solidFill>
                <a:latin typeface="Times New Roman" panose="02020603050405020304" pitchFamily="18" charset="0"/>
                <a:cs typeface="Times New Roman" panose="02020603050405020304" pitchFamily="18" charset="0"/>
              </a:rPr>
              <a:t>Customer Segmentation</a:t>
            </a:r>
          </a:p>
          <a:p>
            <a:pPr marL="0" indent="0" algn="just">
              <a:lnSpc>
                <a:spcPct val="170000"/>
              </a:lnSpc>
              <a:buNone/>
            </a:pPr>
            <a:r>
              <a:rPr lang="en-IN" sz="2200" dirty="0">
                <a:latin typeface="Times New Roman" panose="02020603050405020304" pitchFamily="18" charset="0"/>
                <a:cs typeface="Times New Roman" panose="02020603050405020304" pitchFamily="18" charset="0"/>
              </a:rPr>
              <a:t>Customer segmentation is the process of dividing customers into groups based on similar purchasing behavior and shopping patterns. In this project, the </a:t>
            </a:r>
            <a:r>
              <a:rPr lang="en-IN" sz="2200" b="1" dirty="0">
                <a:latin typeface="Times New Roman" panose="02020603050405020304" pitchFamily="18" charset="0"/>
                <a:cs typeface="Times New Roman" panose="02020603050405020304" pitchFamily="18" charset="0"/>
              </a:rPr>
              <a:t>K-Means Clustering</a:t>
            </a:r>
            <a:r>
              <a:rPr lang="en-IN" sz="2200" dirty="0">
                <a:latin typeface="Times New Roman" panose="02020603050405020304" pitchFamily="18" charset="0"/>
                <a:cs typeface="Times New Roman" panose="02020603050405020304" pitchFamily="18" charset="0"/>
              </a:rPr>
              <a:t> algorithm was used to classify customers into three distinct groups. This helps businesses better understand customer needs and design personalized marketing strategies.</a:t>
            </a:r>
          </a:p>
          <a:p>
            <a:pPr marL="0" indent="0" algn="just">
              <a:lnSpc>
                <a:spcPct val="120000"/>
              </a:lnSpc>
              <a:buNone/>
            </a:pPr>
            <a:r>
              <a:rPr lang="en-IN" sz="2500" b="1" dirty="0">
                <a:solidFill>
                  <a:srgbClr val="002060"/>
                </a:solidFill>
                <a:latin typeface="Times New Roman" panose="02020603050405020304" pitchFamily="18" charset="0"/>
                <a:cs typeface="Times New Roman" panose="02020603050405020304" pitchFamily="18" charset="0"/>
              </a:rPr>
              <a:t>Algorithm Used</a:t>
            </a:r>
          </a:p>
          <a:p>
            <a:pPr algn="just">
              <a:lnSpc>
                <a:spcPct val="120000"/>
              </a:lnSpc>
            </a:pPr>
            <a:r>
              <a:rPr lang="en-IN" sz="2200" dirty="0">
                <a:latin typeface="Times New Roman" panose="02020603050405020304" pitchFamily="18" charset="0"/>
                <a:cs typeface="Times New Roman" panose="02020603050405020304" pitchFamily="18" charset="0"/>
              </a:rPr>
              <a:t>K-Means Clustering </a:t>
            </a:r>
          </a:p>
          <a:p>
            <a:pPr algn="just">
              <a:lnSpc>
                <a:spcPct val="120000"/>
              </a:lnSpc>
            </a:pPr>
            <a:r>
              <a:rPr lang="en-IN" sz="2200" dirty="0">
                <a:latin typeface="Times New Roman" panose="02020603050405020304" pitchFamily="18" charset="0"/>
                <a:cs typeface="Times New Roman" panose="02020603050405020304" pitchFamily="18" charset="0"/>
              </a:rPr>
              <a:t>Number of Clusters: 3 </a:t>
            </a:r>
          </a:p>
          <a:p>
            <a:pPr algn="just">
              <a:lnSpc>
                <a:spcPct val="120000"/>
              </a:lnSpc>
            </a:pPr>
            <a:r>
              <a:rPr lang="en-IN" sz="2200" dirty="0">
                <a:latin typeface="Times New Roman" panose="02020603050405020304" pitchFamily="18" charset="0"/>
                <a:cs typeface="Times New Roman" panose="02020603050405020304" pitchFamily="18" charset="0"/>
              </a:rPr>
              <a:t>Platform: Python (Scikit-learn) </a:t>
            </a:r>
          </a:p>
          <a:p>
            <a:pPr marL="0" indent="0" algn="just">
              <a:lnSpc>
                <a:spcPct val="120000"/>
              </a:lnSpc>
              <a:buNone/>
            </a:pPr>
            <a:r>
              <a:rPr lang="en-IN" sz="2700" b="1" dirty="0">
                <a:solidFill>
                  <a:srgbClr val="002060"/>
                </a:solidFill>
                <a:latin typeface="Times New Roman" panose="02020603050405020304" pitchFamily="18" charset="0"/>
                <a:cs typeface="Times New Roman" panose="02020603050405020304" pitchFamily="18" charset="0"/>
              </a:rPr>
              <a:t>Features Used for Clustering</a:t>
            </a:r>
          </a:p>
          <a:p>
            <a:pPr algn="just">
              <a:lnSpc>
                <a:spcPct val="120000"/>
              </a:lnSpc>
            </a:pPr>
            <a:r>
              <a:rPr lang="en-IN" sz="2200" dirty="0">
                <a:latin typeface="Times New Roman" panose="02020603050405020304" pitchFamily="18" charset="0"/>
                <a:cs typeface="Times New Roman" panose="02020603050405020304" pitchFamily="18" charset="0"/>
              </a:rPr>
              <a:t>Age </a:t>
            </a:r>
          </a:p>
          <a:p>
            <a:pPr algn="just">
              <a:lnSpc>
                <a:spcPct val="120000"/>
              </a:lnSpc>
            </a:pPr>
            <a:r>
              <a:rPr lang="en-IN" sz="2200" dirty="0">
                <a:latin typeface="Times New Roman" panose="02020603050405020304" pitchFamily="18" charset="0"/>
                <a:cs typeface="Times New Roman" panose="02020603050405020304" pitchFamily="18" charset="0"/>
              </a:rPr>
              <a:t>Purchase Amount (USD) </a:t>
            </a:r>
          </a:p>
          <a:p>
            <a:pPr algn="just">
              <a:lnSpc>
                <a:spcPct val="120000"/>
              </a:lnSpc>
            </a:pPr>
            <a:r>
              <a:rPr lang="en-IN" sz="2200" dirty="0">
                <a:latin typeface="Times New Roman" panose="02020603050405020304" pitchFamily="18" charset="0"/>
                <a:cs typeface="Times New Roman" panose="02020603050405020304" pitchFamily="18" charset="0"/>
              </a:rPr>
              <a:t>Previous Purchases </a:t>
            </a:r>
          </a:p>
          <a:p>
            <a:pPr algn="just">
              <a:lnSpc>
                <a:spcPct val="120000"/>
              </a:lnSpc>
            </a:pPr>
            <a:r>
              <a:rPr lang="en-IN" sz="2200" dirty="0">
                <a:latin typeface="Times New Roman" panose="02020603050405020304" pitchFamily="18" charset="0"/>
                <a:cs typeface="Times New Roman" panose="02020603050405020304" pitchFamily="18" charset="0"/>
              </a:rPr>
              <a:t>Review Rating </a:t>
            </a:r>
          </a:p>
          <a:p>
            <a:pPr algn="just">
              <a:lnSpc>
                <a:spcPct val="120000"/>
              </a:lnSpc>
            </a:pPr>
            <a:r>
              <a:rPr lang="en-IN" sz="2200" dirty="0">
                <a:latin typeface="Times New Roman" panose="02020603050405020304" pitchFamily="18" charset="0"/>
                <a:cs typeface="Times New Roman" panose="02020603050405020304" pitchFamily="18" charset="0"/>
              </a:rPr>
              <a:t>Purchase Frequency</a:t>
            </a: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5011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54796-102D-8B2B-FE87-CADCC8F626A6}"/>
              </a:ext>
            </a:extLst>
          </p:cNvPr>
          <p:cNvSpPr>
            <a:spLocks noGrp="1"/>
          </p:cNvSpPr>
          <p:nvPr>
            <p:ph type="title"/>
          </p:nvPr>
        </p:nvSpPr>
        <p:spPr>
          <a:xfrm>
            <a:off x="1804219" y="355293"/>
            <a:ext cx="8583562" cy="549275"/>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BUSINESS INSIGHTS</a:t>
            </a:r>
          </a:p>
        </p:txBody>
      </p:sp>
      <p:sp>
        <p:nvSpPr>
          <p:cNvPr id="4" name="Content Placeholder 3">
            <a:extLst>
              <a:ext uri="{FF2B5EF4-FFF2-40B4-BE49-F238E27FC236}">
                <a16:creationId xmlns:a16="http://schemas.microsoft.com/office/drawing/2014/main" id="{432F8D34-E9C2-FC97-C1C9-635C807B3628}"/>
              </a:ext>
            </a:extLst>
          </p:cNvPr>
          <p:cNvSpPr>
            <a:spLocks noGrp="1"/>
          </p:cNvSpPr>
          <p:nvPr>
            <p:ph idx="1"/>
          </p:nvPr>
        </p:nvSpPr>
        <p:spPr>
          <a:xfrm>
            <a:off x="838200" y="1032387"/>
            <a:ext cx="10515600" cy="5470320"/>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The analysis of customer shopping data revealed several valuable insights into customer behavior, spending patterns, and business performance. These insights help identify growth opportunities and support strategic business decisions.</a:t>
            </a:r>
          </a:p>
          <a:p>
            <a:pPr marL="0" indent="0">
              <a:buNone/>
            </a:pPr>
            <a:r>
              <a:rPr lang="en-IN" sz="2500" b="1" dirty="0">
                <a:solidFill>
                  <a:srgbClr val="002060"/>
                </a:solidFill>
              </a:rPr>
              <a:t>Key Insights</a:t>
            </a:r>
          </a:p>
          <a:p>
            <a:pPr algn="just">
              <a:lnSpc>
                <a:spcPct val="150000"/>
              </a:lnSpc>
            </a:pPr>
            <a:r>
              <a:rPr lang="en-IN" sz="1800" b="1" dirty="0">
                <a:latin typeface="Times New Roman" panose="02020603050405020304" pitchFamily="18" charset="0"/>
                <a:cs typeface="Times New Roman" panose="02020603050405020304" pitchFamily="18" charset="0"/>
              </a:rPr>
              <a:t>Product Performance:</a:t>
            </a:r>
            <a:r>
              <a:rPr lang="en-IN" sz="1800" dirty="0">
                <a:latin typeface="Times New Roman" panose="02020603050405020304" pitchFamily="18" charset="0"/>
                <a:cs typeface="Times New Roman" panose="02020603050405020304" pitchFamily="18" charset="0"/>
              </a:rPr>
              <a:t> Clothing and Accessories generated the highest revenue. </a:t>
            </a:r>
          </a:p>
          <a:p>
            <a:pPr algn="just">
              <a:lnSpc>
                <a:spcPct val="150000"/>
              </a:lnSpc>
            </a:pPr>
            <a:r>
              <a:rPr lang="en-IN" sz="1800" b="1" dirty="0">
                <a:latin typeface="Times New Roman" panose="02020603050405020304" pitchFamily="18" charset="0"/>
                <a:cs typeface="Times New Roman" panose="02020603050405020304" pitchFamily="18" charset="0"/>
              </a:rPr>
              <a:t>Customer Spending:</a:t>
            </a:r>
            <a:r>
              <a:rPr lang="en-IN" sz="1800" dirty="0">
                <a:latin typeface="Times New Roman" panose="02020603050405020304" pitchFamily="18" charset="0"/>
                <a:cs typeface="Times New Roman" panose="02020603050405020304" pitchFamily="18" charset="0"/>
              </a:rPr>
              <a:t> Customers aged 26–35 had the highest average spending. </a:t>
            </a:r>
          </a:p>
          <a:p>
            <a:pPr algn="just">
              <a:lnSpc>
                <a:spcPct val="150000"/>
              </a:lnSpc>
            </a:pPr>
            <a:r>
              <a:rPr lang="en-IN" sz="1800" b="1" dirty="0">
                <a:latin typeface="Times New Roman" panose="02020603050405020304" pitchFamily="18" charset="0"/>
                <a:cs typeface="Times New Roman" panose="02020603050405020304" pitchFamily="18" charset="0"/>
              </a:rPr>
              <a:t>Seasonal Trends:</a:t>
            </a:r>
            <a:r>
              <a:rPr lang="en-IN" sz="1800" dirty="0">
                <a:latin typeface="Times New Roman" panose="02020603050405020304" pitchFamily="18" charset="0"/>
                <a:cs typeface="Times New Roman" panose="02020603050405020304" pitchFamily="18" charset="0"/>
              </a:rPr>
              <a:t> Winter and Fall recorded higher sales than other seasons. </a:t>
            </a:r>
          </a:p>
          <a:p>
            <a:pPr algn="just">
              <a:lnSpc>
                <a:spcPct val="150000"/>
              </a:lnSpc>
            </a:pPr>
            <a:r>
              <a:rPr lang="en-IN" sz="1800" b="1" dirty="0">
                <a:latin typeface="Times New Roman" panose="02020603050405020304" pitchFamily="18" charset="0"/>
                <a:cs typeface="Times New Roman" panose="02020603050405020304" pitchFamily="18" charset="0"/>
              </a:rPr>
              <a:t>Payment Methods:</a:t>
            </a:r>
            <a:r>
              <a:rPr lang="en-IN" sz="1800" dirty="0">
                <a:latin typeface="Times New Roman" panose="02020603050405020304" pitchFamily="18" charset="0"/>
                <a:cs typeface="Times New Roman" panose="02020603050405020304" pitchFamily="18" charset="0"/>
              </a:rPr>
              <a:t> Credit Card and PayPal were the most preferred payment options. </a:t>
            </a:r>
          </a:p>
          <a:p>
            <a:pPr algn="just">
              <a:lnSpc>
                <a:spcPct val="150000"/>
              </a:lnSpc>
            </a:pPr>
            <a:r>
              <a:rPr lang="en-IN" sz="1800" b="1" dirty="0">
                <a:latin typeface="Times New Roman" panose="02020603050405020304" pitchFamily="18" charset="0"/>
                <a:cs typeface="Times New Roman" panose="02020603050405020304" pitchFamily="18" charset="0"/>
              </a:rPr>
              <a:t>Customer Loyalty:</a:t>
            </a:r>
            <a:r>
              <a:rPr lang="en-IN" sz="1800" dirty="0">
                <a:latin typeface="Times New Roman" panose="02020603050405020304" pitchFamily="18" charset="0"/>
                <a:cs typeface="Times New Roman" panose="02020603050405020304" pitchFamily="18" charset="0"/>
              </a:rPr>
              <a:t> Subscription customers made more frequent purchases. </a:t>
            </a:r>
          </a:p>
          <a:p>
            <a:pPr algn="just">
              <a:lnSpc>
                <a:spcPct val="150000"/>
              </a:lnSpc>
            </a:pPr>
            <a:r>
              <a:rPr lang="en-IN" sz="1800" b="1" dirty="0">
                <a:latin typeface="Times New Roman" panose="02020603050405020304" pitchFamily="18" charset="0"/>
                <a:cs typeface="Times New Roman" panose="02020603050405020304" pitchFamily="18" charset="0"/>
              </a:rPr>
              <a:t>Customer Segmentation:</a:t>
            </a:r>
            <a:r>
              <a:rPr lang="en-IN" sz="1800" dirty="0">
                <a:latin typeface="Times New Roman" panose="02020603050405020304" pitchFamily="18" charset="0"/>
                <a:cs typeface="Times New Roman" panose="02020603050405020304" pitchFamily="18" charset="0"/>
              </a:rPr>
              <a:t> Customers were grouped into Budget, Regular, and Premium segments for targeted marketing.</a:t>
            </a: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292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04AC-3147-2166-58EF-BADAFD0251FA}"/>
              </a:ext>
            </a:extLst>
          </p:cNvPr>
          <p:cNvSpPr>
            <a:spLocks noGrp="1"/>
          </p:cNvSpPr>
          <p:nvPr>
            <p:ph type="title"/>
          </p:nvPr>
        </p:nvSpPr>
        <p:spPr>
          <a:xfrm>
            <a:off x="1366682" y="315963"/>
            <a:ext cx="9458631" cy="529611"/>
          </a:xfrm>
          <a:ln w="19050">
            <a:solidFill>
              <a:schemeClr val="tx1"/>
            </a:solidFill>
          </a:ln>
        </p:spPr>
        <p:txBody>
          <a:bodyPr>
            <a:normAutofit/>
          </a:bodyPr>
          <a:lstStyle/>
          <a:p>
            <a:pPr algn="ctr"/>
            <a:r>
              <a:rPr lang="en-IN" sz="2800" b="1" dirty="0">
                <a:solidFill>
                  <a:srgbClr val="002060"/>
                </a:solidFill>
                <a:latin typeface="Times New Roman" panose="02020603050405020304" pitchFamily="18" charset="0"/>
                <a:cs typeface="Times New Roman" panose="02020603050405020304" pitchFamily="18" charset="0"/>
              </a:rPr>
              <a:t>RECOMMENDATIONS</a:t>
            </a:r>
          </a:p>
        </p:txBody>
      </p:sp>
      <p:sp>
        <p:nvSpPr>
          <p:cNvPr id="4" name="Content Placeholder 3">
            <a:extLst>
              <a:ext uri="{FF2B5EF4-FFF2-40B4-BE49-F238E27FC236}">
                <a16:creationId xmlns:a16="http://schemas.microsoft.com/office/drawing/2014/main" id="{DB519321-C4BA-95BD-967B-11906F7BFF26}"/>
              </a:ext>
            </a:extLst>
          </p:cNvPr>
          <p:cNvSpPr>
            <a:spLocks noGrp="1"/>
          </p:cNvSpPr>
          <p:nvPr>
            <p:ph idx="1"/>
          </p:nvPr>
        </p:nvSpPr>
        <p:spPr>
          <a:xfrm>
            <a:off x="936519" y="1222786"/>
            <a:ext cx="10515600" cy="5148517"/>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Based on the analysis of customer shopping behavior, the following recommendations are proposed to improve customer engagement, increase sales, and support business growth.</a:t>
            </a:r>
          </a:p>
          <a:p>
            <a:pPr algn="just">
              <a:lnSpc>
                <a:spcPct val="150000"/>
              </a:lnSpc>
            </a:pPr>
            <a:r>
              <a:rPr lang="en-IN" sz="1800" b="1" dirty="0">
                <a:latin typeface="Times New Roman" panose="02020603050405020304" pitchFamily="18" charset="0"/>
                <a:cs typeface="Times New Roman" panose="02020603050405020304" pitchFamily="18" charset="0"/>
              </a:rPr>
              <a:t>Apply Targeted Discounts:</a:t>
            </a:r>
            <a:r>
              <a:rPr lang="en-IN" sz="1800" dirty="0">
                <a:latin typeface="Times New Roman" panose="02020603050405020304" pitchFamily="18" charset="0"/>
                <a:cs typeface="Times New Roman" panose="02020603050405020304" pitchFamily="18" charset="0"/>
              </a:rPr>
              <a:t> Offer discounts on low-performing product categories to boost sales.</a:t>
            </a:r>
          </a:p>
          <a:p>
            <a:pPr algn="just">
              <a:lnSpc>
                <a:spcPct val="150000"/>
              </a:lnSpc>
            </a:pPr>
            <a:r>
              <a:rPr lang="en-IN" sz="1800" b="1" dirty="0">
                <a:latin typeface="Times New Roman" panose="02020603050405020304" pitchFamily="18" charset="0"/>
                <a:cs typeface="Times New Roman" panose="02020603050405020304" pitchFamily="18" charset="0"/>
              </a:rPr>
              <a:t>Personalized Marketing:</a:t>
            </a:r>
            <a:r>
              <a:rPr lang="en-IN" sz="1800" dirty="0">
                <a:latin typeface="Times New Roman" panose="02020603050405020304" pitchFamily="18" charset="0"/>
                <a:cs typeface="Times New Roman" panose="02020603050405020304" pitchFamily="18" charset="0"/>
              </a:rPr>
              <a:t> Create campaigns for Budget, Regular, and Premium customer segments.</a:t>
            </a:r>
          </a:p>
          <a:p>
            <a:pPr algn="just">
              <a:lnSpc>
                <a:spcPct val="150000"/>
              </a:lnSpc>
            </a:pPr>
            <a:r>
              <a:rPr lang="en-IN" sz="1800" b="1" dirty="0">
                <a:latin typeface="Times New Roman" panose="02020603050405020304" pitchFamily="18" charset="0"/>
                <a:cs typeface="Times New Roman" panose="02020603050405020304" pitchFamily="18" charset="0"/>
              </a:rPr>
              <a:t>Strengthen Loyalty Programs:</a:t>
            </a:r>
            <a:r>
              <a:rPr lang="en-IN" sz="1800" dirty="0">
                <a:latin typeface="Times New Roman" panose="02020603050405020304" pitchFamily="18" charset="0"/>
                <a:cs typeface="Times New Roman" panose="02020603050405020304" pitchFamily="18" charset="0"/>
              </a:rPr>
              <a:t> Reward frequent and subscription customers with exclusive offers.</a:t>
            </a:r>
          </a:p>
          <a:p>
            <a:pPr algn="just">
              <a:lnSpc>
                <a:spcPct val="15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Seasonal Promotions:</a:t>
            </a:r>
            <a:r>
              <a:rPr lang="en-IN" sz="1800" dirty="0">
                <a:latin typeface="Times New Roman" panose="02020603050405020304" pitchFamily="18" charset="0"/>
                <a:cs typeface="Times New Roman" panose="02020603050405020304" pitchFamily="18" charset="0"/>
              </a:rPr>
              <a:t> Launch promotional campaigns during peak shopping seasons. </a:t>
            </a:r>
          </a:p>
          <a:p>
            <a:pPr algn="just">
              <a:lnSpc>
                <a:spcPct val="150000"/>
              </a:lnSpc>
            </a:pPr>
            <a:r>
              <a:rPr lang="en-IN" sz="1800" b="1" dirty="0">
                <a:latin typeface="Times New Roman" panose="02020603050405020304" pitchFamily="18" charset="0"/>
                <a:cs typeface="Times New Roman" panose="02020603050405020304" pitchFamily="18" charset="0"/>
              </a:rPr>
              <a:t>Optimize Payment Offers:</a:t>
            </a:r>
            <a:r>
              <a:rPr lang="en-IN" sz="1800" dirty="0">
                <a:latin typeface="Times New Roman" panose="02020603050405020304" pitchFamily="18" charset="0"/>
                <a:cs typeface="Times New Roman" panose="02020603050405020304" pitchFamily="18" charset="0"/>
              </a:rPr>
              <a:t> Provide cashback and discounts for popular payment methods.</a:t>
            </a:r>
          </a:p>
          <a:p>
            <a:pPr algn="just">
              <a:lnSpc>
                <a:spcPct val="15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Focus on High-Value Customers:</a:t>
            </a:r>
            <a:r>
              <a:rPr lang="en-IN" sz="1800" dirty="0">
                <a:latin typeface="Times New Roman" panose="02020603050405020304" pitchFamily="18" charset="0"/>
                <a:cs typeface="Times New Roman" panose="02020603050405020304" pitchFamily="18" charset="0"/>
              </a:rPr>
              <a:t> Offer premium benefits and personalized recommendations. </a:t>
            </a:r>
          </a:p>
          <a:p>
            <a:pPr algn="just">
              <a:lnSpc>
                <a:spcPct val="150000"/>
              </a:lnSpc>
            </a:pPr>
            <a:r>
              <a:rPr lang="en-IN" sz="1800" b="1" dirty="0">
                <a:latin typeface="Times New Roman" panose="02020603050405020304" pitchFamily="18" charset="0"/>
                <a:cs typeface="Times New Roman" panose="02020603050405020304" pitchFamily="18" charset="0"/>
              </a:rPr>
              <a:t>Regional Marketing:</a:t>
            </a:r>
            <a:r>
              <a:rPr lang="en-IN" sz="1800" dirty="0">
                <a:latin typeface="Times New Roman" panose="02020603050405020304" pitchFamily="18" charset="0"/>
                <a:cs typeface="Times New Roman" panose="02020603050405020304" pitchFamily="18" charset="0"/>
              </a:rPr>
              <a:t> Develop location-specific campaigns based on customer purchasing trends.</a:t>
            </a:r>
          </a:p>
        </p:txBody>
      </p:sp>
    </p:spTree>
    <p:extLst>
      <p:ext uri="{BB962C8B-B14F-4D97-AF65-F5344CB8AC3E}">
        <p14:creationId xmlns:p14="http://schemas.microsoft.com/office/powerpoint/2010/main" val="756865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4426-4928-E667-65EC-66BD42CF2C51}"/>
              </a:ext>
            </a:extLst>
          </p:cNvPr>
          <p:cNvSpPr>
            <a:spLocks noGrp="1"/>
          </p:cNvSpPr>
          <p:nvPr>
            <p:ph type="title"/>
          </p:nvPr>
        </p:nvSpPr>
        <p:spPr>
          <a:xfrm>
            <a:off x="1602658" y="464727"/>
            <a:ext cx="8495072" cy="608269"/>
          </a:xfrm>
          <a:ln w="19050">
            <a:solidFill>
              <a:schemeClr val="tx1"/>
            </a:solidFill>
          </a:ln>
        </p:spPr>
        <p:txBody>
          <a:bodyPr>
            <a:normAutofit/>
          </a:bodyPr>
          <a:lstStyle/>
          <a:p>
            <a:pPr algn="ctr"/>
            <a:r>
              <a:rPr lang="en-US" sz="2800" b="1" dirty="0">
                <a:solidFill>
                  <a:srgbClr val="002060"/>
                </a:solidFill>
                <a:latin typeface="Times New Roman" panose="02020603050405020304" pitchFamily="18" charset="0"/>
                <a:cs typeface="Times New Roman" panose="02020603050405020304" pitchFamily="18" charset="0"/>
              </a:rPr>
              <a:t>CONCLUSION</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A0A34C-5A6B-9328-791D-938171DE5994}"/>
              </a:ext>
            </a:extLst>
          </p:cNvPr>
          <p:cNvSpPr>
            <a:spLocks noGrp="1"/>
          </p:cNvSpPr>
          <p:nvPr>
            <p:ph idx="1"/>
          </p:nvPr>
        </p:nvSpPr>
        <p:spPr>
          <a:xfrm>
            <a:off x="1170039" y="1553497"/>
            <a:ext cx="9920748" cy="4119717"/>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This project successfully analyzed customer shopping behavior using SQL, Python, and Power BI to uncover valuable business insights. Through data cleaning, SQL analysis, interactive dashboards, and K-Means clustering, customers were segmented into meaningful groups based on their purchasing patterns and shopping behavior. The analysis revealed key insights into customer spending, seasonal trends, payment preferences, and product performance. These findings support data-driven business decisions, enable targeted marketing strategies, and help improve customer satisfaction, sales, and overall business growth. Overall, this project demonstrates how data analytics and customer segmentation can help businesses make informed, data-driven decisions, optimize marketing efforts, and build stronger customer relationships for long-term growth.</a:t>
            </a:r>
          </a:p>
        </p:txBody>
      </p:sp>
    </p:spTree>
    <p:extLst>
      <p:ext uri="{BB962C8B-B14F-4D97-AF65-F5344CB8AC3E}">
        <p14:creationId xmlns:p14="http://schemas.microsoft.com/office/powerpoint/2010/main" val="146984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5F3EFC-59C0-C764-C691-4176F08B9ED6}"/>
              </a:ext>
            </a:extLst>
          </p:cNvPr>
          <p:cNvSpPr txBox="1"/>
          <p:nvPr/>
        </p:nvSpPr>
        <p:spPr>
          <a:xfrm>
            <a:off x="2354826" y="2536448"/>
            <a:ext cx="7482347" cy="892552"/>
          </a:xfrm>
          <a:prstGeom prst="rect">
            <a:avLst/>
          </a:prstGeom>
          <a:noFill/>
        </p:spPr>
        <p:txBody>
          <a:bodyPr wrap="square" rtlCol="0">
            <a:spAutoFit/>
          </a:bodyPr>
          <a:lstStyle/>
          <a:p>
            <a:pPr algn="ctr"/>
            <a:r>
              <a:rPr lang="en-IN" sz="5200" b="1" dirty="0">
                <a:solidFill>
                  <a:srgbClr val="002060"/>
                </a:solidFill>
                <a:latin typeface="Times New Roman" panose="02020603050405020304" pitchFamily="18" charset="0"/>
                <a:cs typeface="Times New Roman" panose="02020603050405020304" pitchFamily="18" charset="0"/>
              </a:rPr>
              <a:t>THANK</a:t>
            </a:r>
            <a:r>
              <a:rPr lang="en-IN" sz="5200" dirty="0">
                <a:latin typeface="Times New Roman" panose="02020603050405020304" pitchFamily="18" charset="0"/>
                <a:cs typeface="Times New Roman" panose="02020603050405020304" pitchFamily="18" charset="0"/>
              </a:rPr>
              <a:t> </a:t>
            </a:r>
            <a:r>
              <a:rPr lang="en-IN" sz="5200" b="1" dirty="0">
                <a:solidFill>
                  <a:srgbClr val="002060"/>
                </a:solidFill>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2085832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TotalTime>
  <Words>1600</Words>
  <Application>Microsoft Office PowerPoint</Application>
  <PresentationFormat>Widescreen</PresentationFormat>
  <Paragraphs>104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CUSTOMER SEGMENTATION (CDACL– 002)</vt:lpstr>
      <vt:lpstr>PROBLEM STATEMENT</vt:lpstr>
      <vt:lpstr>DATASET OVERVIEW</vt:lpstr>
      <vt:lpstr>PowerPoint Presentation</vt:lpstr>
      <vt:lpstr>DATA CLEANING</vt:lpstr>
      <vt:lpstr>SQL ANALYSIS</vt:lpstr>
      <vt:lpstr>CUSTOMER SHOPPING TRENDS DASHBOARD</vt:lpstr>
      <vt:lpstr>CUSTOMER SHOPPING TRENDS DASHBOARD</vt:lpstr>
      <vt:lpstr>CUSTOMER SHOPPING TRENDS DASHBOARD</vt:lpstr>
      <vt:lpstr>CUSTOMER SEGMENTATION &amp; BUSINESS INSIGHTS</vt:lpstr>
      <vt:lpstr>CUSTOMER SEGMENTATION &amp; BUSINESS INSIGHTS</vt:lpstr>
      <vt:lpstr>CUSTOMER SEGMENTATION &amp; BUSINESS INSIGHTS</vt:lpstr>
      <vt:lpstr>Customer Segmentation (K-Means Clustering)</vt:lpstr>
      <vt:lpstr>BUSINESS INSIGHTS</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(CDACL– 002)</dc:title>
  <dc:creator>Anusha MUddada</dc:creator>
  <cp:lastModifiedBy>hrkhasini@gmail.com</cp:lastModifiedBy>
  <cp:revision>2</cp:revision>
  <dcterms:created xsi:type="dcterms:W3CDTF">2026-06-12T11:37:49Z</dcterms:created>
  <dcterms:modified xsi:type="dcterms:W3CDTF">2026-07-22T17:22:59Z</dcterms:modified>
</cp:coreProperties>
</file>